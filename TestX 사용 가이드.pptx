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37744" cy="6858000"/>
          </a:xfrm>
          <a:prstGeom prst="rect">
            <a:avLst/>
          </a:prstGeom>
          <a:solidFill>
            <a:srgbClr val="E06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60120" y="1874519"/>
            <a:ext cx="5852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E06B1B"/>
                </a:solidFill>
                <a:latin typeface="맑은 고딕"/>
              </a:rPr>
              <a:t>사용 가이드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2240280"/>
            <a:ext cx="603504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200" b="1">
                <a:solidFill>
                  <a:srgbClr val="25292F"/>
                </a:solidFill>
                <a:latin typeface="맑은 고딕"/>
              </a:rPr>
              <a:t>TestX</a:t>
            </a:r>
          </a:p>
        </p:txBody>
      </p:sp>
      <p:sp>
        <p:nvSpPr>
          <p:cNvPr id="6" name="Rectangle 5"/>
          <p:cNvSpPr/>
          <p:nvPr/>
        </p:nvSpPr>
        <p:spPr>
          <a:xfrm>
            <a:off x="960120" y="3401568"/>
            <a:ext cx="822960" cy="45720"/>
          </a:xfrm>
          <a:prstGeom prst="rect">
            <a:avLst/>
          </a:prstGeom>
          <a:solidFill>
            <a:srgbClr val="E06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3639312"/>
            <a:ext cx="539496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600" b="0">
                <a:solidFill>
                  <a:srgbClr val="555C66"/>
                </a:solidFill>
                <a:latin typeface="맑은 고딕"/>
              </a:rPr>
              <a:t>프롬프트 · 모델 회귀 테스트 도구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571500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8A919B"/>
                </a:solidFill>
                <a:latin typeface="맑은 고딕"/>
              </a:rPr>
              <a:t>v0.1.0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396228" y="2308860"/>
            <a:ext cx="5358384" cy="2400871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12700">
            <a:solidFill>
              <a:srgbClr val="DFE2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0" name="Picture 9" descr="10-single-ready__0_0_1600_70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6520" y="2359152"/>
            <a:ext cx="5257800" cy="2300287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02336"/>
            <a:ext cx="11057839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>
                <a:solidFill>
                  <a:srgbClr val="E06B1B"/>
                </a:solidFill>
                <a:latin typeface="맑은 고딕"/>
              </a:rPr>
              <a:t>전체 흐름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03504"/>
            <a:ext cx="9777679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25292F"/>
                </a:solidFill>
                <a:latin typeface="맑은 고딕"/>
              </a:rPr>
              <a:t>세 단계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152144"/>
            <a:ext cx="566928" cy="41148"/>
          </a:xfrm>
          <a:prstGeom prst="rect">
            <a:avLst/>
          </a:prstGeom>
          <a:solidFill>
            <a:srgbClr val="E06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795967" y="731520"/>
            <a:ext cx="18288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1">
                <a:solidFill>
                  <a:srgbClr val="8A919B"/>
                </a:solidFill>
                <a:latin typeface="맑은 고딕"/>
              </a:rPr>
              <a:t>01 / 19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00800"/>
            <a:ext cx="5486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0">
                <a:solidFill>
                  <a:srgbClr val="8A919B"/>
                </a:solidFill>
                <a:latin typeface="맑은 고딕"/>
              </a:rPr>
              <a:t>TestX 사용 가이드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1874519"/>
            <a:ext cx="3259226" cy="1828800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12700">
            <a:solidFill>
              <a:srgbClr val="DFE2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859536" y="2167128"/>
            <a:ext cx="420624" cy="420624"/>
          </a:xfrm>
          <a:prstGeom prst="ellipse">
            <a:avLst/>
          </a:prstGeom>
          <a:solidFill>
            <a:srgbClr val="E06B1B"/>
          </a:solidFill>
          <a:ln w="158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맑은 고딕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1328" y="2212848"/>
            <a:ext cx="2161946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>
                <a:solidFill>
                  <a:srgbClr val="25292F"/>
                </a:solidFill>
                <a:latin typeface="맑은 고딕"/>
              </a:rPr>
              <a:t>데이터셋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69848" y="2852928"/>
            <a:ext cx="2436266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200" b="0">
                <a:solidFill>
                  <a:srgbClr val="555C66"/>
                </a:solidFill>
                <a:latin typeface="맑은 고딕"/>
              </a:rPr>
              <a:t>질문과 정답을 모은다</a:t>
            </a:r>
          </a:p>
          <a:p>
            <a:pPr algn="l">
              <a:lnSpc>
                <a:spcPct val="145000"/>
              </a:lnSpc>
            </a:pPr>
            <a:r>
              <a:rPr sz="1200" b="0">
                <a:solidFill>
                  <a:srgbClr val="555C66"/>
                </a:solidFill>
                <a:latin typeface="맑은 고딕"/>
              </a:rPr>
              <a:t>엑셀로 한 번에 올린다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3954170" y="2788920"/>
            <a:ext cx="384048" cy="0"/>
          </a:xfrm>
          <a:prstGeom prst="line">
            <a:avLst/>
          </a:prstGeom>
          <a:ln w="31750">
            <a:solidFill>
              <a:srgbClr val="E06B1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4466234" y="1874519"/>
            <a:ext cx="3259226" cy="1828800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12700">
            <a:solidFill>
              <a:srgbClr val="DFE2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4758842" y="2167128"/>
            <a:ext cx="420624" cy="420624"/>
          </a:xfrm>
          <a:prstGeom prst="ellipse">
            <a:avLst/>
          </a:prstGeom>
          <a:solidFill>
            <a:srgbClr val="E06B1B"/>
          </a:solidFill>
          <a:ln w="158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맑은 고딕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80634" y="2212848"/>
            <a:ext cx="2161946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>
                <a:solidFill>
                  <a:srgbClr val="25292F"/>
                </a:solidFill>
                <a:latin typeface="맑은 고딕"/>
              </a:rPr>
              <a:t>실행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969154" y="2852928"/>
            <a:ext cx="2436266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200" b="0">
                <a:solidFill>
                  <a:srgbClr val="555C66"/>
                </a:solidFill>
                <a:latin typeface="맑은 고딕"/>
              </a:rPr>
              <a:t>Agent에 질문을 보낸다</a:t>
            </a:r>
          </a:p>
          <a:p>
            <a:pPr algn="l">
              <a:lnSpc>
                <a:spcPct val="145000"/>
              </a:lnSpc>
            </a:pPr>
            <a:r>
              <a:rPr sz="1200" b="0">
                <a:solidFill>
                  <a:srgbClr val="555C66"/>
                </a:solidFill>
                <a:latin typeface="맑은 고딕"/>
              </a:rPr>
              <a:t>하나, 또는 A·B 둘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7853476" y="2788920"/>
            <a:ext cx="384048" cy="0"/>
          </a:xfrm>
          <a:prstGeom prst="line">
            <a:avLst/>
          </a:prstGeom>
          <a:ln w="31750">
            <a:solidFill>
              <a:srgbClr val="E06B1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ounded Rectangle 17"/>
          <p:cNvSpPr/>
          <p:nvPr/>
        </p:nvSpPr>
        <p:spPr>
          <a:xfrm>
            <a:off x="8365540" y="1874519"/>
            <a:ext cx="3259226" cy="1828800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12700">
            <a:solidFill>
              <a:srgbClr val="DFE2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8658148" y="2167128"/>
            <a:ext cx="420624" cy="420624"/>
          </a:xfrm>
          <a:prstGeom prst="ellipse">
            <a:avLst/>
          </a:prstGeom>
          <a:solidFill>
            <a:srgbClr val="E06B1B"/>
          </a:solidFill>
          <a:ln w="158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맑은 고딕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279940" y="2212848"/>
            <a:ext cx="2161946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>
                <a:solidFill>
                  <a:srgbClr val="25292F"/>
                </a:solidFill>
                <a:latin typeface="맑은 고딕"/>
              </a:rPr>
              <a:t>결과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868460" y="2852928"/>
            <a:ext cx="2436266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200" b="0">
                <a:solidFill>
                  <a:srgbClr val="555C66"/>
                </a:solidFill>
                <a:latin typeface="맑은 고딕"/>
              </a:rPr>
              <a:t>정답과 답변을 비교한다</a:t>
            </a:r>
          </a:p>
          <a:p>
            <a:pPr algn="l">
              <a:lnSpc>
                <a:spcPct val="145000"/>
              </a:lnSpc>
            </a:pPr>
            <a:r>
              <a:rPr sz="1200" b="0">
                <a:solidFill>
                  <a:srgbClr val="555C66"/>
                </a:solidFill>
                <a:latin typeface="맑은 고딕"/>
              </a:rPr>
              <a:t>키 단위로 본다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66928" y="4160520"/>
            <a:ext cx="11057839" cy="1280160"/>
          </a:xfrm>
          <a:prstGeom prst="roundRect">
            <a:avLst>
              <a:gd name="adj" fmla="val 3000"/>
            </a:avLst>
          </a:prstGeom>
          <a:solidFill>
            <a:srgbClr val="FDF0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24128" y="4389120"/>
            <a:ext cx="2926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B55310"/>
                </a:solidFill>
                <a:latin typeface="맑은 고딕"/>
              </a:rPr>
              <a:t>채점 두 갈래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24128" y="4754880"/>
            <a:ext cx="49377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0">
                <a:solidFill>
                  <a:srgbClr val="555C66"/>
                </a:solidFill>
                <a:latin typeface="맑은 고딕"/>
              </a:rPr>
              <a:t>Action Test — 정답과 같은지 O / X</a:t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555C66"/>
                </a:solidFill>
                <a:latin typeface="맑은 고딕"/>
              </a:rPr>
              <a:t>RAGAS — 심판 LLM이 0 ~ 1 점수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327648" y="4389120"/>
            <a:ext cx="18288" cy="868680"/>
          </a:xfrm>
          <a:prstGeom prst="rect">
            <a:avLst/>
          </a:prstGeom>
          <a:solidFill>
            <a:srgbClr val="DFE2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784848" y="4389120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B55310"/>
                </a:solidFill>
                <a:latin typeface="맑은 고딕"/>
              </a:rPr>
              <a:t>사이드바 6개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784848" y="4754880"/>
            <a:ext cx="42062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0">
                <a:solidFill>
                  <a:srgbClr val="555C66"/>
                </a:solidFill>
                <a:latin typeface="맑은 고딕"/>
              </a:rPr>
              <a:t>실행 — 단일 실행 · A·B 비교</a:t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555C66"/>
                </a:solidFill>
                <a:latin typeface="맑은 고딕"/>
              </a:rPr>
              <a:t>데이터 — 데이터셋 · 실행 기록        관리 — 프롬프트 · 설정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02336"/>
            <a:ext cx="11057839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>
                <a:solidFill>
                  <a:srgbClr val="E06B1B"/>
                </a:solidFill>
                <a:latin typeface="맑은 고딕"/>
              </a:rPr>
              <a:t>시작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03504"/>
            <a:ext cx="9777679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25292F"/>
                </a:solidFill>
                <a:latin typeface="맑은 고딕"/>
              </a:rPr>
              <a:t>화면 지도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152144"/>
            <a:ext cx="566928" cy="41148"/>
          </a:xfrm>
          <a:prstGeom prst="rect">
            <a:avLst/>
          </a:prstGeom>
          <a:solidFill>
            <a:srgbClr val="E06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795967" y="731520"/>
            <a:ext cx="18288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1">
                <a:solidFill>
                  <a:srgbClr val="8A919B"/>
                </a:solidFill>
                <a:latin typeface="맑은 고딕"/>
              </a:rPr>
              <a:t>02 / 19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00800"/>
            <a:ext cx="5486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0">
                <a:solidFill>
                  <a:srgbClr val="8A919B"/>
                </a:solidFill>
                <a:latin typeface="맑은 고딕"/>
              </a:rPr>
              <a:t>TestX 사용 가이드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16635" y="1376172"/>
            <a:ext cx="6638544" cy="4186809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12700">
            <a:solidFill>
              <a:srgbClr val="DFE2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9" name="Picture 8" descr="10-single-ready__0_0_1600_100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426464"/>
            <a:ext cx="6537960" cy="4086225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603704" y="1822827"/>
            <a:ext cx="862193" cy="359587"/>
          </a:xfrm>
          <a:prstGeom prst="roundRect">
            <a:avLst>
              <a:gd name="adj" fmla="val 12000"/>
            </a:avLst>
          </a:prstGeom>
          <a:noFill/>
          <a:ln w="25400">
            <a:solidFill>
              <a:srgbClr val="E06B1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351597" y="1708527"/>
            <a:ext cx="228600" cy="228600"/>
          </a:xfrm>
          <a:prstGeom prst="ellipse">
            <a:avLst/>
          </a:prstGeom>
          <a:solidFill>
            <a:srgbClr val="E06B1B"/>
          </a:solidFill>
          <a:ln w="158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1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03704" y="2292743"/>
            <a:ext cx="862193" cy="359587"/>
          </a:xfrm>
          <a:prstGeom prst="roundRect">
            <a:avLst>
              <a:gd name="adj" fmla="val 12000"/>
            </a:avLst>
          </a:prstGeom>
          <a:noFill/>
          <a:ln w="25400">
            <a:solidFill>
              <a:srgbClr val="E06B1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351597" y="2178443"/>
            <a:ext cx="228600" cy="228600"/>
          </a:xfrm>
          <a:prstGeom prst="ellipse">
            <a:avLst/>
          </a:prstGeom>
          <a:solidFill>
            <a:srgbClr val="E06B1B"/>
          </a:solidFill>
          <a:ln w="158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2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3704" y="2762659"/>
            <a:ext cx="862193" cy="359587"/>
          </a:xfrm>
          <a:prstGeom prst="roundRect">
            <a:avLst>
              <a:gd name="adj" fmla="val 12000"/>
            </a:avLst>
          </a:prstGeom>
          <a:noFill/>
          <a:ln w="25400">
            <a:solidFill>
              <a:srgbClr val="E06B1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351597" y="2648359"/>
            <a:ext cx="228600" cy="228600"/>
          </a:xfrm>
          <a:prstGeom prst="ellipse">
            <a:avLst/>
          </a:prstGeom>
          <a:solidFill>
            <a:srgbClr val="E06B1B"/>
          </a:solidFill>
          <a:ln w="158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3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95531" y="5320636"/>
            <a:ext cx="890797" cy="187966"/>
          </a:xfrm>
          <a:prstGeom prst="roundRect">
            <a:avLst>
              <a:gd name="adj" fmla="val 12000"/>
            </a:avLst>
          </a:prstGeom>
          <a:noFill/>
          <a:ln w="25400">
            <a:solidFill>
              <a:srgbClr val="E06B1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372028" y="5206336"/>
            <a:ext cx="228600" cy="228600"/>
          </a:xfrm>
          <a:prstGeom prst="ellipse">
            <a:avLst/>
          </a:prstGeom>
          <a:solidFill>
            <a:srgbClr val="E06B1B"/>
          </a:solidFill>
          <a:ln w="158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4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608915" y="1773793"/>
            <a:ext cx="5336609" cy="800900"/>
          </a:xfrm>
          <a:prstGeom prst="roundRect">
            <a:avLst>
              <a:gd name="adj" fmla="val 12000"/>
            </a:avLst>
          </a:prstGeom>
          <a:noFill/>
          <a:ln w="25400">
            <a:solidFill>
              <a:srgbClr val="E06B1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6831225" y="2460393"/>
            <a:ext cx="228600" cy="228600"/>
          </a:xfrm>
          <a:prstGeom prst="ellipse">
            <a:avLst/>
          </a:prstGeom>
          <a:solidFill>
            <a:srgbClr val="E06B1B"/>
          </a:solidFill>
          <a:ln w="158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5</a:t>
            </a:r>
          </a:p>
        </p:txBody>
      </p:sp>
      <p:sp>
        <p:nvSpPr>
          <p:cNvPr id="20" name="Oval 19"/>
          <p:cNvSpPr/>
          <p:nvPr/>
        </p:nvSpPr>
        <p:spPr>
          <a:xfrm>
            <a:off x="7516367" y="1655064"/>
            <a:ext cx="246888" cy="246888"/>
          </a:xfrm>
          <a:prstGeom prst="ellipse">
            <a:avLst/>
          </a:prstGeom>
          <a:solidFill>
            <a:srgbClr val="E06B1B"/>
          </a:solidFill>
          <a:ln w="158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1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863840" y="1636776"/>
            <a:ext cx="3760927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25292F"/>
                </a:solidFill>
                <a:latin typeface="맑은 고딕"/>
              </a:rPr>
              <a:t>실행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863840" y="1869948"/>
            <a:ext cx="3760927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150" b="0">
                <a:solidFill>
                  <a:srgbClr val="555C66"/>
                </a:solidFill>
                <a:latin typeface="맑은 고딕"/>
              </a:rPr>
              <a:t>테스트를 돌리는 곳</a:t>
            </a:r>
          </a:p>
        </p:txBody>
      </p:sp>
      <p:sp>
        <p:nvSpPr>
          <p:cNvPr id="23" name="Oval 22"/>
          <p:cNvSpPr/>
          <p:nvPr/>
        </p:nvSpPr>
        <p:spPr>
          <a:xfrm>
            <a:off x="7516367" y="2459736"/>
            <a:ext cx="246888" cy="246888"/>
          </a:xfrm>
          <a:prstGeom prst="ellipse">
            <a:avLst/>
          </a:prstGeom>
          <a:solidFill>
            <a:srgbClr val="E06B1B"/>
          </a:solidFill>
          <a:ln w="158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863840" y="2441448"/>
            <a:ext cx="3760927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25292F"/>
                </a:solidFill>
                <a:latin typeface="맑은 고딕"/>
              </a:rPr>
              <a:t>데이터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863840" y="2674620"/>
            <a:ext cx="3760927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150" b="0">
                <a:solidFill>
                  <a:srgbClr val="555C66"/>
                </a:solidFill>
                <a:latin typeface="맑은 고딕"/>
              </a:rPr>
              <a:t>질문·정답과 지난 기록</a:t>
            </a:r>
          </a:p>
        </p:txBody>
      </p:sp>
      <p:sp>
        <p:nvSpPr>
          <p:cNvPr id="26" name="Oval 25"/>
          <p:cNvSpPr/>
          <p:nvPr/>
        </p:nvSpPr>
        <p:spPr>
          <a:xfrm>
            <a:off x="7516367" y="3264408"/>
            <a:ext cx="246888" cy="246888"/>
          </a:xfrm>
          <a:prstGeom prst="ellipse">
            <a:avLst/>
          </a:prstGeom>
          <a:solidFill>
            <a:srgbClr val="E06B1B"/>
          </a:solidFill>
          <a:ln w="158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863840" y="3246120"/>
            <a:ext cx="3760927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25292F"/>
                </a:solidFill>
                <a:latin typeface="맑은 고딕"/>
              </a:rPr>
              <a:t>관리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863840" y="3479292"/>
            <a:ext cx="3760927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150" b="0">
                <a:solidFill>
                  <a:srgbClr val="555C66"/>
                </a:solidFill>
                <a:latin typeface="맑은 고딕"/>
              </a:rPr>
              <a:t>프롬프트 · API · 모델 등록</a:t>
            </a:r>
          </a:p>
        </p:txBody>
      </p:sp>
      <p:sp>
        <p:nvSpPr>
          <p:cNvPr id="29" name="Oval 28"/>
          <p:cNvSpPr/>
          <p:nvPr/>
        </p:nvSpPr>
        <p:spPr>
          <a:xfrm>
            <a:off x="7516367" y="4069080"/>
            <a:ext cx="246888" cy="246888"/>
          </a:xfrm>
          <a:prstGeom prst="ellipse">
            <a:avLst/>
          </a:prstGeom>
          <a:solidFill>
            <a:srgbClr val="E06B1B"/>
          </a:solidFill>
          <a:ln w="158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863840" y="4050792"/>
            <a:ext cx="3760927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25292F"/>
                </a:solidFill>
                <a:latin typeface="맑은 고딕"/>
              </a:rPr>
              <a:t>표시등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863840" y="4283964"/>
            <a:ext cx="3760927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150" b="0">
                <a:solidFill>
                  <a:srgbClr val="555C66"/>
                </a:solidFill>
                <a:latin typeface="맑은 고딕"/>
              </a:rPr>
              <a:t>환경 / DB 연결 상태</a:t>
            </a:r>
          </a:p>
        </p:txBody>
      </p:sp>
      <p:sp>
        <p:nvSpPr>
          <p:cNvPr id="32" name="Oval 31"/>
          <p:cNvSpPr/>
          <p:nvPr/>
        </p:nvSpPr>
        <p:spPr>
          <a:xfrm>
            <a:off x="7516367" y="4873752"/>
            <a:ext cx="246888" cy="246888"/>
          </a:xfrm>
          <a:prstGeom prst="ellipse">
            <a:avLst/>
          </a:prstGeom>
          <a:solidFill>
            <a:srgbClr val="E06B1B"/>
          </a:solidFill>
          <a:ln w="158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863840" y="4855464"/>
            <a:ext cx="3760927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25292F"/>
                </a:solidFill>
                <a:latin typeface="맑은 고딕"/>
              </a:rPr>
              <a:t>작업 영역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863840" y="5088636"/>
            <a:ext cx="3760927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150" b="0">
                <a:solidFill>
                  <a:srgbClr val="555C66"/>
                </a:solidFill>
                <a:latin typeface="맑은 고딕"/>
              </a:rPr>
              <a:t>위 = 조건, 아래 = 결과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02336"/>
            <a:ext cx="11057839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>
                <a:solidFill>
                  <a:srgbClr val="E06B1B"/>
                </a:solidFill>
                <a:latin typeface="맑은 고딕"/>
              </a:rPr>
              <a:t>준비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03504"/>
            <a:ext cx="9777679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25292F"/>
                </a:solidFill>
                <a:latin typeface="맑은 고딕"/>
              </a:rPr>
              <a:t>설정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152144"/>
            <a:ext cx="566928" cy="41148"/>
          </a:xfrm>
          <a:prstGeom prst="rect">
            <a:avLst/>
          </a:prstGeom>
          <a:solidFill>
            <a:srgbClr val="E06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795967" y="731520"/>
            <a:ext cx="18288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1">
                <a:solidFill>
                  <a:srgbClr val="8A919B"/>
                </a:solidFill>
                <a:latin typeface="맑은 고딕"/>
              </a:rPr>
              <a:t>03 / 19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00800"/>
            <a:ext cx="5486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0">
                <a:solidFill>
                  <a:srgbClr val="8A919B"/>
                </a:solidFill>
                <a:latin typeface="맑은 고딕"/>
              </a:rPr>
              <a:t>TestX 사용 가이드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16635" y="1394460"/>
            <a:ext cx="6501384" cy="3824243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12700">
            <a:solidFill>
              <a:srgbClr val="DFE2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9" name="Picture 8" descr="40-settings__255_85_1315_76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444752"/>
            <a:ext cx="6400800" cy="3723659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566928" y="1478824"/>
            <a:ext cx="6356992" cy="963770"/>
          </a:xfrm>
          <a:prstGeom prst="roundRect">
            <a:avLst>
              <a:gd name="adj" fmla="val 12000"/>
            </a:avLst>
          </a:prstGeom>
          <a:noFill/>
          <a:ln w="25400">
            <a:solidFill>
              <a:srgbClr val="E06B1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809620" y="1364524"/>
            <a:ext cx="228600" cy="228600"/>
          </a:xfrm>
          <a:prstGeom prst="ellipse">
            <a:avLst/>
          </a:prstGeom>
          <a:solidFill>
            <a:srgbClr val="E06B1B"/>
          </a:solidFill>
          <a:ln w="158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1</a:t>
            </a:r>
          </a:p>
        </p:txBody>
      </p:sp>
      <p:sp>
        <p:nvSpPr>
          <p:cNvPr id="12" name="Oval 11"/>
          <p:cNvSpPr/>
          <p:nvPr/>
        </p:nvSpPr>
        <p:spPr>
          <a:xfrm>
            <a:off x="6442034" y="1527499"/>
            <a:ext cx="408872" cy="214171"/>
          </a:xfrm>
          <a:prstGeom prst="ellipse">
            <a:avLst/>
          </a:prstGeom>
          <a:noFill/>
          <a:ln w="25400">
            <a:solidFill>
              <a:srgbClr val="E06B1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186002" y="1520285"/>
            <a:ext cx="228600" cy="228600"/>
          </a:xfrm>
          <a:prstGeom prst="ellipse">
            <a:avLst/>
          </a:prstGeom>
          <a:solidFill>
            <a:srgbClr val="E06B1B"/>
          </a:solidFill>
          <a:ln w="158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2</a:t>
            </a:r>
          </a:p>
        </p:txBody>
      </p:sp>
      <p:sp>
        <p:nvSpPr>
          <p:cNvPr id="14" name="Oval 13"/>
          <p:cNvSpPr/>
          <p:nvPr/>
        </p:nvSpPr>
        <p:spPr>
          <a:xfrm>
            <a:off x="635073" y="1970445"/>
            <a:ext cx="243376" cy="184966"/>
          </a:xfrm>
          <a:prstGeom prst="ellipse">
            <a:avLst/>
          </a:prstGeom>
          <a:noFill/>
          <a:ln w="25400">
            <a:solidFill>
              <a:srgbClr val="E06B1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379041" y="1948628"/>
            <a:ext cx="228600" cy="228600"/>
          </a:xfrm>
          <a:prstGeom prst="ellipse">
            <a:avLst/>
          </a:prstGeom>
          <a:solidFill>
            <a:srgbClr val="E06B1B"/>
          </a:solidFill>
          <a:ln w="158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3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2476668"/>
            <a:ext cx="6356992" cy="1075723"/>
          </a:xfrm>
          <a:prstGeom prst="roundRect">
            <a:avLst>
              <a:gd name="adj" fmla="val 12000"/>
            </a:avLst>
          </a:prstGeom>
          <a:noFill/>
          <a:ln w="25400">
            <a:solidFill>
              <a:srgbClr val="E06B1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6809620" y="3438091"/>
            <a:ext cx="228600" cy="228600"/>
          </a:xfrm>
          <a:prstGeom prst="ellipse">
            <a:avLst/>
          </a:prstGeom>
          <a:solidFill>
            <a:srgbClr val="E06B1B"/>
          </a:solidFill>
          <a:ln w="158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4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66928" y="3596199"/>
            <a:ext cx="6356992" cy="1547874"/>
          </a:xfrm>
          <a:prstGeom prst="roundRect">
            <a:avLst>
              <a:gd name="adj" fmla="val 12000"/>
            </a:avLst>
          </a:prstGeom>
          <a:noFill/>
          <a:ln w="25400">
            <a:solidFill>
              <a:srgbClr val="E06B1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6809620" y="5029773"/>
            <a:ext cx="228600" cy="228600"/>
          </a:xfrm>
          <a:prstGeom prst="ellipse">
            <a:avLst/>
          </a:prstGeom>
          <a:solidFill>
            <a:srgbClr val="E06B1B"/>
          </a:solidFill>
          <a:ln w="158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5</a:t>
            </a:r>
          </a:p>
        </p:txBody>
      </p:sp>
      <p:sp>
        <p:nvSpPr>
          <p:cNvPr id="20" name="Oval 19"/>
          <p:cNvSpPr/>
          <p:nvPr/>
        </p:nvSpPr>
        <p:spPr>
          <a:xfrm>
            <a:off x="7379208" y="1655064"/>
            <a:ext cx="246888" cy="246888"/>
          </a:xfrm>
          <a:prstGeom prst="ellipse">
            <a:avLst/>
          </a:prstGeom>
          <a:solidFill>
            <a:srgbClr val="E06B1B"/>
          </a:solidFill>
          <a:ln w="158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1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26680" y="1636776"/>
            <a:ext cx="3898087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25292F"/>
                </a:solidFill>
                <a:latin typeface="맑은 고딕"/>
              </a:rPr>
              <a:t>Agent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726680" y="1869948"/>
            <a:ext cx="3898087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150" b="0">
                <a:solidFill>
                  <a:srgbClr val="555C66"/>
                </a:solidFill>
                <a:latin typeface="맑은 고딕"/>
              </a:rPr>
              <a:t>호출할 API 목록</a:t>
            </a:r>
          </a:p>
        </p:txBody>
      </p:sp>
      <p:sp>
        <p:nvSpPr>
          <p:cNvPr id="23" name="Oval 22"/>
          <p:cNvSpPr/>
          <p:nvPr/>
        </p:nvSpPr>
        <p:spPr>
          <a:xfrm>
            <a:off x="7379208" y="2459736"/>
            <a:ext cx="246888" cy="246888"/>
          </a:xfrm>
          <a:prstGeom prst="ellipse">
            <a:avLst/>
          </a:prstGeom>
          <a:solidFill>
            <a:srgbClr val="E06B1B"/>
          </a:solidFill>
          <a:ln w="158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726680" y="2441448"/>
            <a:ext cx="3898087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25292F"/>
                </a:solidFill>
                <a:latin typeface="맑은 고딕"/>
              </a:rPr>
              <a:t>+ 추가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726680" y="2674620"/>
            <a:ext cx="3898087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150" b="0">
                <a:solidFill>
                  <a:srgbClr val="555C66"/>
                </a:solidFill>
                <a:latin typeface="맑은 고딕"/>
              </a:rPr>
              <a:t>이름 · URL · 헤더</a:t>
            </a:r>
          </a:p>
        </p:txBody>
      </p:sp>
      <p:sp>
        <p:nvSpPr>
          <p:cNvPr id="26" name="Oval 25"/>
          <p:cNvSpPr/>
          <p:nvPr/>
        </p:nvSpPr>
        <p:spPr>
          <a:xfrm>
            <a:off x="7379208" y="3264408"/>
            <a:ext cx="246888" cy="246888"/>
          </a:xfrm>
          <a:prstGeom prst="ellipse">
            <a:avLst/>
          </a:prstGeom>
          <a:solidFill>
            <a:srgbClr val="E06B1B"/>
          </a:solidFill>
          <a:ln w="158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726680" y="3246120"/>
            <a:ext cx="3898087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25292F"/>
                </a:solidFill>
                <a:latin typeface="맑은 고딕"/>
              </a:rPr>
              <a:t>사용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726680" y="3479292"/>
            <a:ext cx="3898087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150" b="0">
                <a:solidFill>
                  <a:srgbClr val="555C66"/>
                </a:solidFill>
                <a:latin typeface="맑은 고딕"/>
              </a:rPr>
              <a:t>끄면 실행 목록에서 숨김</a:t>
            </a:r>
          </a:p>
        </p:txBody>
      </p:sp>
      <p:sp>
        <p:nvSpPr>
          <p:cNvPr id="29" name="Oval 28"/>
          <p:cNvSpPr/>
          <p:nvPr/>
        </p:nvSpPr>
        <p:spPr>
          <a:xfrm>
            <a:off x="7379208" y="4069080"/>
            <a:ext cx="246888" cy="246888"/>
          </a:xfrm>
          <a:prstGeom prst="ellipse">
            <a:avLst/>
          </a:prstGeom>
          <a:solidFill>
            <a:srgbClr val="E06B1B"/>
          </a:solidFill>
          <a:ln w="158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726680" y="4050792"/>
            <a:ext cx="3898087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25292F"/>
                </a:solidFill>
                <a:latin typeface="맑은 고딕"/>
              </a:rPr>
              <a:t>모델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726680" y="4283964"/>
            <a:ext cx="3898087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150" b="0">
                <a:solidFill>
                  <a:srgbClr val="555C66"/>
                </a:solidFill>
                <a:latin typeface="맑은 고딕"/>
              </a:rPr>
              <a:t>실행에서 고를 모델명</a:t>
            </a:r>
          </a:p>
        </p:txBody>
      </p:sp>
      <p:sp>
        <p:nvSpPr>
          <p:cNvPr id="32" name="Oval 31"/>
          <p:cNvSpPr/>
          <p:nvPr/>
        </p:nvSpPr>
        <p:spPr>
          <a:xfrm>
            <a:off x="7379208" y="4873752"/>
            <a:ext cx="246888" cy="246888"/>
          </a:xfrm>
          <a:prstGeom prst="ellipse">
            <a:avLst/>
          </a:prstGeom>
          <a:solidFill>
            <a:srgbClr val="E06B1B"/>
          </a:solidFill>
          <a:ln w="158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726680" y="4855464"/>
            <a:ext cx="3898087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25292F"/>
                </a:solidFill>
                <a:latin typeface="맑은 고딕"/>
              </a:rPr>
              <a:t>Role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726680" y="5088636"/>
            <a:ext cx="3898087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150" b="0">
                <a:solidFill>
                  <a:srgbClr val="555C66"/>
                </a:solidFill>
                <a:latin typeface="맑은 고딕"/>
              </a:rPr>
              <a:t>llm · vlm · light_llm · judge_llm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02336"/>
            <a:ext cx="11057839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>
                <a:solidFill>
                  <a:srgbClr val="E06B1B"/>
                </a:solidFill>
                <a:latin typeface="맑은 고딕"/>
              </a:rPr>
              <a:t>데이터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03504"/>
            <a:ext cx="9777679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25292F"/>
                </a:solidFill>
                <a:latin typeface="맑은 고딕"/>
              </a:rPr>
              <a:t>데이터셋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152144"/>
            <a:ext cx="566928" cy="41148"/>
          </a:xfrm>
          <a:prstGeom prst="rect">
            <a:avLst/>
          </a:prstGeom>
          <a:solidFill>
            <a:srgbClr val="E06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795967" y="731520"/>
            <a:ext cx="18288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1">
                <a:solidFill>
                  <a:srgbClr val="8A919B"/>
                </a:solidFill>
                <a:latin typeface="맑은 고딕"/>
              </a:rPr>
              <a:t>04 / 19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00800"/>
            <a:ext cx="5486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0">
                <a:solidFill>
                  <a:srgbClr val="8A919B"/>
                </a:solidFill>
                <a:latin typeface="맑은 고딕"/>
              </a:rPr>
              <a:t>TestX 사용 가이드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94411" y="1330452"/>
            <a:ext cx="10602873" cy="3255264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12700">
            <a:solidFill>
              <a:srgbClr val="DFE2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9" name="Picture 8" descr="30-datasets-cases__255_85_1315_39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4703" y="1380744"/>
            <a:ext cx="10502289" cy="3154680"/>
          </a:xfrm>
          <a:prstGeom prst="rect">
            <a:avLst/>
          </a:prstGeom>
        </p:spPr>
      </p:pic>
      <p:sp>
        <p:nvSpPr>
          <p:cNvPr id="10" name="Oval 9"/>
          <p:cNvSpPr/>
          <p:nvPr/>
        </p:nvSpPr>
        <p:spPr>
          <a:xfrm>
            <a:off x="2138521" y="1524501"/>
            <a:ext cx="750733" cy="287515"/>
          </a:xfrm>
          <a:prstGeom prst="ellipse">
            <a:avLst/>
          </a:prstGeom>
          <a:noFill/>
          <a:ln w="25400">
            <a:solidFill>
              <a:srgbClr val="E06B1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2399588" y="1268469"/>
            <a:ext cx="228600" cy="228600"/>
          </a:xfrm>
          <a:prstGeom prst="ellipse">
            <a:avLst/>
          </a:prstGeom>
          <a:solidFill>
            <a:srgbClr val="E06B1B"/>
          </a:solidFill>
          <a:ln w="158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1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40541" y="1907855"/>
            <a:ext cx="2092471" cy="335434"/>
          </a:xfrm>
          <a:prstGeom prst="roundRect">
            <a:avLst>
              <a:gd name="adj" fmla="val 12000"/>
            </a:avLst>
          </a:prstGeom>
          <a:noFill/>
          <a:ln w="25400">
            <a:solidFill>
              <a:srgbClr val="E06B1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84509" y="1961272"/>
            <a:ext cx="228600" cy="228600"/>
          </a:xfrm>
          <a:prstGeom prst="ellipse">
            <a:avLst/>
          </a:prstGeom>
          <a:solidFill>
            <a:srgbClr val="E06B1B"/>
          </a:solidFill>
          <a:ln w="158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2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40541" y="2211343"/>
            <a:ext cx="2092471" cy="1182006"/>
          </a:xfrm>
          <a:prstGeom prst="roundRect">
            <a:avLst>
              <a:gd name="adj" fmla="val 12000"/>
            </a:avLst>
          </a:prstGeom>
          <a:noFill/>
          <a:ln w="25400">
            <a:solidFill>
              <a:srgbClr val="E06B1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826241" y="3279049"/>
            <a:ext cx="228600" cy="228600"/>
          </a:xfrm>
          <a:prstGeom prst="ellipse">
            <a:avLst/>
          </a:prstGeom>
          <a:solidFill>
            <a:srgbClr val="E06B1B"/>
          </a:solidFill>
          <a:ln w="158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3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320527" y="1756110"/>
            <a:ext cx="1485494" cy="367380"/>
          </a:xfrm>
          <a:prstGeom prst="roundRect">
            <a:avLst>
              <a:gd name="adj" fmla="val 12000"/>
            </a:avLst>
          </a:prstGeom>
          <a:noFill/>
          <a:ln w="25400">
            <a:solidFill>
              <a:srgbClr val="E06B1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3206227" y="2009191"/>
            <a:ext cx="228600" cy="228600"/>
          </a:xfrm>
          <a:prstGeom prst="ellipse">
            <a:avLst/>
          </a:prstGeom>
          <a:solidFill>
            <a:srgbClr val="E06B1B"/>
          </a:solidFill>
          <a:ln w="158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4</a:t>
            </a:r>
          </a:p>
        </p:txBody>
      </p:sp>
      <p:sp>
        <p:nvSpPr>
          <p:cNvPr id="18" name="Oval 17"/>
          <p:cNvSpPr/>
          <p:nvPr/>
        </p:nvSpPr>
        <p:spPr>
          <a:xfrm>
            <a:off x="4853941" y="1796043"/>
            <a:ext cx="798653" cy="287515"/>
          </a:xfrm>
          <a:prstGeom prst="ellipse">
            <a:avLst/>
          </a:prstGeom>
          <a:noFill/>
          <a:ln w="25400">
            <a:solidFill>
              <a:srgbClr val="E06B1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5138968" y="1540011"/>
            <a:ext cx="228600" cy="228600"/>
          </a:xfrm>
          <a:prstGeom prst="ellipse">
            <a:avLst/>
          </a:prstGeom>
          <a:solidFill>
            <a:srgbClr val="E06B1B"/>
          </a:solidFill>
          <a:ln w="158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5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286466" y="1764097"/>
            <a:ext cx="1948713" cy="367380"/>
          </a:xfrm>
          <a:prstGeom prst="roundRect">
            <a:avLst>
              <a:gd name="adj" fmla="val 12000"/>
            </a:avLst>
          </a:prstGeom>
          <a:noFill/>
          <a:ln w="25400">
            <a:solidFill>
              <a:srgbClr val="E06B1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0146523" y="1508065"/>
            <a:ext cx="228600" cy="228600"/>
          </a:xfrm>
          <a:prstGeom prst="ellipse">
            <a:avLst/>
          </a:prstGeom>
          <a:solidFill>
            <a:srgbClr val="E06B1B"/>
          </a:solidFill>
          <a:ln w="158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6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176770" y="2155437"/>
            <a:ext cx="8114316" cy="2220255"/>
          </a:xfrm>
          <a:prstGeom prst="roundRect">
            <a:avLst>
              <a:gd name="adj" fmla="val 12000"/>
            </a:avLst>
          </a:prstGeom>
          <a:noFill/>
          <a:ln w="25400">
            <a:solidFill>
              <a:srgbClr val="E06B1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11176786" y="4261393"/>
            <a:ext cx="228600" cy="228600"/>
          </a:xfrm>
          <a:prstGeom prst="ellipse">
            <a:avLst/>
          </a:prstGeom>
          <a:solidFill>
            <a:srgbClr val="E06B1B"/>
          </a:solidFill>
          <a:ln w="158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7</a:t>
            </a:r>
          </a:p>
        </p:txBody>
      </p:sp>
      <p:sp>
        <p:nvSpPr>
          <p:cNvPr id="24" name="Oval 23"/>
          <p:cNvSpPr/>
          <p:nvPr/>
        </p:nvSpPr>
        <p:spPr>
          <a:xfrm>
            <a:off x="566928" y="4764024"/>
            <a:ext cx="246888" cy="246888"/>
          </a:xfrm>
          <a:prstGeom prst="ellipse">
            <a:avLst/>
          </a:prstGeom>
          <a:solidFill>
            <a:srgbClr val="E06B1B"/>
          </a:solidFill>
          <a:ln w="158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1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96112" y="4745736"/>
            <a:ext cx="2229535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25292F"/>
                </a:solidFill>
                <a:latin typeface="맑은 고딕"/>
              </a:rPr>
              <a:t>새로 만들기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96112" y="4974336"/>
            <a:ext cx="2229535" cy="5120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>
                <a:solidFill>
                  <a:srgbClr val="555C66"/>
                </a:solidFill>
                <a:latin typeface="맑은 고딕"/>
              </a:rPr>
              <a:t>데이터셋 = 테스트 한 벌</a:t>
            </a:r>
          </a:p>
        </p:txBody>
      </p:sp>
      <p:sp>
        <p:nvSpPr>
          <p:cNvPr id="27" name="Oval 26"/>
          <p:cNvSpPr/>
          <p:nvPr/>
        </p:nvSpPr>
        <p:spPr>
          <a:xfrm>
            <a:off x="3399967" y="4764024"/>
            <a:ext cx="246888" cy="246888"/>
          </a:xfrm>
          <a:prstGeom prst="ellipse">
            <a:avLst/>
          </a:prstGeom>
          <a:solidFill>
            <a:srgbClr val="E06B1B"/>
          </a:solidFill>
          <a:ln w="158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2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729151" y="4745736"/>
            <a:ext cx="2229535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25292F"/>
                </a:solidFill>
                <a:latin typeface="맑은 고딕"/>
              </a:rPr>
              <a:t>데이터셋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729151" y="4974336"/>
            <a:ext cx="2229535" cy="5120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>
                <a:solidFill>
                  <a:srgbClr val="555C66"/>
                </a:solidFill>
                <a:latin typeface="맑은 고딕"/>
              </a:rPr>
              <a:t>숫자 = 케이스 수</a:t>
            </a:r>
          </a:p>
        </p:txBody>
      </p:sp>
      <p:sp>
        <p:nvSpPr>
          <p:cNvPr id="30" name="Oval 29"/>
          <p:cNvSpPr/>
          <p:nvPr/>
        </p:nvSpPr>
        <p:spPr>
          <a:xfrm>
            <a:off x="6233007" y="4764024"/>
            <a:ext cx="246888" cy="246888"/>
          </a:xfrm>
          <a:prstGeom prst="ellipse">
            <a:avLst/>
          </a:prstGeom>
          <a:solidFill>
            <a:srgbClr val="E06B1B"/>
          </a:solidFill>
          <a:ln w="158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3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562191" y="4745736"/>
            <a:ext cx="2229535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25292F"/>
                </a:solidFill>
                <a:latin typeface="맑은 고딕"/>
              </a:rPr>
              <a:t>폴더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562191" y="4974336"/>
            <a:ext cx="2229535" cy="5120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>
                <a:solidFill>
                  <a:srgbClr val="555C66"/>
                </a:solidFill>
                <a:latin typeface="맑은 고딕"/>
              </a:rPr>
              <a:t>갈래별로 나눠 담기</a:t>
            </a:r>
          </a:p>
        </p:txBody>
      </p:sp>
      <p:sp>
        <p:nvSpPr>
          <p:cNvPr id="33" name="Oval 32"/>
          <p:cNvSpPr/>
          <p:nvPr/>
        </p:nvSpPr>
        <p:spPr>
          <a:xfrm>
            <a:off x="9066047" y="4764024"/>
            <a:ext cx="246888" cy="246888"/>
          </a:xfrm>
          <a:prstGeom prst="ellipse">
            <a:avLst/>
          </a:prstGeom>
          <a:solidFill>
            <a:srgbClr val="E06B1B"/>
          </a:solidFill>
          <a:ln w="158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4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395231" y="4745736"/>
            <a:ext cx="2229535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25292F"/>
                </a:solidFill>
                <a:latin typeface="맑은 고딕"/>
              </a:rPr>
              <a:t>검색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395231" y="4974336"/>
            <a:ext cx="2229535" cy="5120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>
                <a:solidFill>
                  <a:srgbClr val="555C66"/>
                </a:solidFill>
                <a:latin typeface="맑은 고딕"/>
              </a:rPr>
              <a:t>질문 · 정답 · 목적</a:t>
            </a:r>
          </a:p>
        </p:txBody>
      </p:sp>
      <p:sp>
        <p:nvSpPr>
          <p:cNvPr id="36" name="Oval 35"/>
          <p:cNvSpPr/>
          <p:nvPr/>
        </p:nvSpPr>
        <p:spPr>
          <a:xfrm>
            <a:off x="566928" y="5477256"/>
            <a:ext cx="246888" cy="246888"/>
          </a:xfrm>
          <a:prstGeom prst="ellipse">
            <a:avLst/>
          </a:prstGeom>
          <a:solidFill>
            <a:srgbClr val="E06B1B"/>
          </a:solidFill>
          <a:ln w="158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5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96112" y="5458968"/>
            <a:ext cx="2229535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25292F"/>
                </a:solidFill>
                <a:latin typeface="맑은 고딕"/>
              </a:rPr>
              <a:t>목적 채우기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96112" y="5687568"/>
            <a:ext cx="2229535" cy="5120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>
                <a:solidFill>
                  <a:srgbClr val="555C66"/>
                </a:solidFill>
                <a:latin typeface="맑은 고딕"/>
              </a:rPr>
              <a:t>빈 목적을 LLM이 작성</a:t>
            </a:r>
          </a:p>
        </p:txBody>
      </p:sp>
      <p:sp>
        <p:nvSpPr>
          <p:cNvPr id="39" name="Oval 38"/>
          <p:cNvSpPr/>
          <p:nvPr/>
        </p:nvSpPr>
        <p:spPr>
          <a:xfrm>
            <a:off x="3399967" y="5477256"/>
            <a:ext cx="246888" cy="246888"/>
          </a:xfrm>
          <a:prstGeom prst="ellipse">
            <a:avLst/>
          </a:prstGeom>
          <a:solidFill>
            <a:srgbClr val="E06B1B"/>
          </a:solidFill>
          <a:ln w="158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6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729151" y="5458968"/>
            <a:ext cx="2229535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25292F"/>
                </a:solidFill>
                <a:latin typeface="맑은 고딕"/>
              </a:rPr>
              <a:t>올리기 · 내려받기 · 추가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729151" y="5687568"/>
            <a:ext cx="2229535" cy="5120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>
                <a:solidFill>
                  <a:srgbClr val="555C66"/>
                </a:solidFill>
                <a:latin typeface="맑은 고딕"/>
              </a:rPr>
              <a:t>엑셀 또는 직접</a:t>
            </a:r>
          </a:p>
        </p:txBody>
      </p:sp>
      <p:sp>
        <p:nvSpPr>
          <p:cNvPr id="42" name="Oval 41"/>
          <p:cNvSpPr/>
          <p:nvPr/>
        </p:nvSpPr>
        <p:spPr>
          <a:xfrm>
            <a:off x="6233007" y="5477256"/>
            <a:ext cx="246888" cy="246888"/>
          </a:xfrm>
          <a:prstGeom prst="ellipse">
            <a:avLst/>
          </a:prstGeom>
          <a:solidFill>
            <a:srgbClr val="E06B1B"/>
          </a:solidFill>
          <a:ln w="158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7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562191" y="5458968"/>
            <a:ext cx="2229535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25292F"/>
                </a:solidFill>
                <a:latin typeface="맑은 고딕"/>
              </a:rPr>
              <a:t>케이스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562191" y="5687568"/>
            <a:ext cx="2229535" cy="5120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>
                <a:solidFill>
                  <a:srgbClr val="555C66"/>
                </a:solidFill>
                <a:latin typeface="맑은 고딕"/>
              </a:rPr>
              <a:t>펼치면 전체 내용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02336"/>
            <a:ext cx="11057839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>
                <a:solidFill>
                  <a:srgbClr val="E06B1B"/>
                </a:solidFill>
                <a:latin typeface="맑은 고딕"/>
              </a:rPr>
              <a:t>데이터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03504"/>
            <a:ext cx="9777679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25292F"/>
                </a:solidFill>
                <a:latin typeface="맑은 고딕"/>
              </a:rPr>
              <a:t>엑셀 올리기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152144"/>
            <a:ext cx="566928" cy="41148"/>
          </a:xfrm>
          <a:prstGeom prst="rect">
            <a:avLst/>
          </a:prstGeom>
          <a:solidFill>
            <a:srgbClr val="E06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795967" y="731520"/>
            <a:ext cx="18288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1">
                <a:solidFill>
                  <a:srgbClr val="8A919B"/>
                </a:solidFill>
                <a:latin typeface="맑은 고딕"/>
              </a:rPr>
              <a:t>05 / 19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00800"/>
            <a:ext cx="5486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0">
                <a:solidFill>
                  <a:srgbClr val="8A919B"/>
                </a:solidFill>
                <a:latin typeface="맑은 고딕"/>
              </a:rPr>
              <a:t>TestX 사용 가이드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16635" y="1467612"/>
            <a:ext cx="6592824" cy="3616237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12700">
            <a:solidFill>
              <a:srgbClr val="DFE2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9" name="Picture 8" descr="32-dataset-import__250_210_1108_60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517904"/>
            <a:ext cx="6492240" cy="3515653"/>
          </a:xfrm>
          <a:prstGeom prst="rect">
            <a:avLst/>
          </a:prstGeom>
        </p:spPr>
      </p:pic>
      <p:sp>
        <p:nvSpPr>
          <p:cNvPr id="10" name="Oval 9"/>
          <p:cNvSpPr/>
          <p:nvPr/>
        </p:nvSpPr>
        <p:spPr>
          <a:xfrm>
            <a:off x="6150957" y="1980798"/>
            <a:ext cx="761724" cy="257814"/>
          </a:xfrm>
          <a:prstGeom prst="ellipse">
            <a:avLst/>
          </a:prstGeom>
          <a:noFill/>
          <a:ln w="25400">
            <a:solidFill>
              <a:srgbClr val="E06B1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036657" y="1866498"/>
            <a:ext cx="228600" cy="228600"/>
          </a:xfrm>
          <a:prstGeom prst="ellipse">
            <a:avLst/>
          </a:prstGeom>
          <a:solidFill>
            <a:srgbClr val="E06B1B"/>
          </a:solidFill>
          <a:ln w="158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1</a:t>
            </a:r>
          </a:p>
        </p:txBody>
      </p:sp>
      <p:sp>
        <p:nvSpPr>
          <p:cNvPr id="12" name="Oval 11"/>
          <p:cNvSpPr/>
          <p:nvPr/>
        </p:nvSpPr>
        <p:spPr>
          <a:xfrm>
            <a:off x="5705641" y="1998376"/>
            <a:ext cx="433597" cy="210939"/>
          </a:xfrm>
          <a:prstGeom prst="ellipse">
            <a:avLst/>
          </a:prstGeom>
          <a:noFill/>
          <a:ln w="25400">
            <a:solidFill>
              <a:srgbClr val="E06B1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5591341" y="1884076"/>
            <a:ext cx="228600" cy="228600"/>
          </a:xfrm>
          <a:prstGeom prst="ellipse">
            <a:avLst/>
          </a:prstGeom>
          <a:solidFill>
            <a:srgbClr val="E06B1B"/>
          </a:solidFill>
          <a:ln w="158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2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84116" y="2256191"/>
            <a:ext cx="6205128" cy="234376"/>
          </a:xfrm>
          <a:prstGeom prst="roundRect">
            <a:avLst>
              <a:gd name="adj" fmla="val 12000"/>
            </a:avLst>
          </a:prstGeom>
          <a:noFill/>
          <a:ln w="25400">
            <a:solidFill>
              <a:srgbClr val="E06B1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428084" y="2259079"/>
            <a:ext cx="228600" cy="228600"/>
          </a:xfrm>
          <a:prstGeom prst="ellipse">
            <a:avLst/>
          </a:prstGeom>
          <a:solidFill>
            <a:srgbClr val="E06B1B"/>
          </a:solidFill>
          <a:ln w="158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3</a:t>
            </a:r>
          </a:p>
        </p:txBody>
      </p:sp>
      <p:sp>
        <p:nvSpPr>
          <p:cNvPr id="16" name="Oval 15"/>
          <p:cNvSpPr/>
          <p:nvPr/>
        </p:nvSpPr>
        <p:spPr>
          <a:xfrm>
            <a:off x="6502522" y="4699570"/>
            <a:ext cx="410159" cy="246095"/>
          </a:xfrm>
          <a:prstGeom prst="ellipse">
            <a:avLst/>
          </a:prstGeom>
          <a:noFill/>
          <a:ln w="25400">
            <a:solidFill>
              <a:srgbClr val="E06B1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6246490" y="4708318"/>
            <a:ext cx="228600" cy="228600"/>
          </a:xfrm>
          <a:prstGeom prst="ellipse">
            <a:avLst/>
          </a:prstGeom>
          <a:solidFill>
            <a:srgbClr val="E06B1B"/>
          </a:solidFill>
          <a:ln w="158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4</a:t>
            </a:r>
          </a:p>
        </p:txBody>
      </p:sp>
      <p:sp>
        <p:nvSpPr>
          <p:cNvPr id="18" name="Oval 17"/>
          <p:cNvSpPr/>
          <p:nvPr/>
        </p:nvSpPr>
        <p:spPr>
          <a:xfrm>
            <a:off x="7424927" y="2066543"/>
            <a:ext cx="246888" cy="246888"/>
          </a:xfrm>
          <a:prstGeom prst="ellipse">
            <a:avLst/>
          </a:prstGeom>
          <a:solidFill>
            <a:srgbClr val="E06B1B"/>
          </a:solidFill>
          <a:ln w="158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72400" y="2048255"/>
            <a:ext cx="3852367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25292F"/>
                </a:solidFill>
                <a:latin typeface="맑은 고딕"/>
              </a:rPr>
              <a:t>엑셀 템플릿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72400" y="2281427"/>
            <a:ext cx="3852367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150" b="0">
                <a:solidFill>
                  <a:srgbClr val="555C66"/>
                </a:solidFill>
                <a:latin typeface="맑은 고딕"/>
              </a:rPr>
              <a:t>받아서 채우는 게 제일 빠름</a:t>
            </a:r>
          </a:p>
        </p:txBody>
      </p:sp>
      <p:sp>
        <p:nvSpPr>
          <p:cNvPr id="21" name="Oval 20"/>
          <p:cNvSpPr/>
          <p:nvPr/>
        </p:nvSpPr>
        <p:spPr>
          <a:xfrm>
            <a:off x="7424927" y="2935224"/>
            <a:ext cx="246888" cy="246888"/>
          </a:xfrm>
          <a:prstGeom prst="ellipse">
            <a:avLst/>
          </a:prstGeom>
          <a:solidFill>
            <a:srgbClr val="E06B1B"/>
          </a:solidFill>
          <a:ln w="158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772400" y="2916936"/>
            <a:ext cx="3852367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25292F"/>
                </a:solidFill>
                <a:latin typeface="맑은 고딕"/>
              </a:rPr>
              <a:t>파일 열기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772400" y="3150108"/>
            <a:ext cx="3852367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150" b="0">
                <a:solidFill>
                  <a:srgbClr val="555C66"/>
                </a:solidFill>
                <a:latin typeface="맑은 고딕"/>
              </a:rPr>
              <a:t>복사 · 붙여넣기도 가능</a:t>
            </a:r>
          </a:p>
        </p:txBody>
      </p:sp>
      <p:sp>
        <p:nvSpPr>
          <p:cNvPr id="24" name="Oval 23"/>
          <p:cNvSpPr/>
          <p:nvPr/>
        </p:nvSpPr>
        <p:spPr>
          <a:xfrm>
            <a:off x="7424927" y="3803904"/>
            <a:ext cx="246888" cy="246888"/>
          </a:xfrm>
          <a:prstGeom prst="ellipse">
            <a:avLst/>
          </a:prstGeom>
          <a:solidFill>
            <a:srgbClr val="E06B1B"/>
          </a:solidFill>
          <a:ln w="158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772400" y="3785616"/>
            <a:ext cx="3852367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25292F"/>
                </a:solidFill>
                <a:latin typeface="맑은 고딕"/>
              </a:rPr>
              <a:t>열 다섯 개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772400" y="4018788"/>
            <a:ext cx="3852367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150" b="0">
                <a:solidFill>
                  <a:srgbClr val="555C66"/>
                </a:solidFill>
                <a:latin typeface="맑은 고딕"/>
              </a:rPr>
              <a:t>질문(필수) · Contexts · 정답 · 목적 · 폴더</a:t>
            </a:r>
          </a:p>
        </p:txBody>
      </p:sp>
      <p:sp>
        <p:nvSpPr>
          <p:cNvPr id="27" name="Oval 26"/>
          <p:cNvSpPr/>
          <p:nvPr/>
        </p:nvSpPr>
        <p:spPr>
          <a:xfrm>
            <a:off x="7424927" y="4672583"/>
            <a:ext cx="246888" cy="246888"/>
          </a:xfrm>
          <a:prstGeom prst="ellipse">
            <a:avLst/>
          </a:prstGeom>
          <a:solidFill>
            <a:srgbClr val="E06B1B"/>
          </a:solidFill>
          <a:ln w="158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772400" y="4654296"/>
            <a:ext cx="3852367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25292F"/>
                </a:solidFill>
                <a:latin typeface="맑은 고딕"/>
              </a:rPr>
              <a:t>저장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772400" y="4887468"/>
            <a:ext cx="3852367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150" b="0">
                <a:solidFill>
                  <a:srgbClr val="555C66"/>
                </a:solidFill>
                <a:latin typeface="맑은 고딕"/>
              </a:rPr>
              <a:t>빈 행은 무시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02336"/>
            <a:ext cx="11057839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>
                <a:solidFill>
                  <a:srgbClr val="E06B1B"/>
                </a:solidFill>
                <a:latin typeface="맑은 고딕"/>
              </a:rPr>
              <a:t>실행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03504"/>
            <a:ext cx="9777679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25292F"/>
                </a:solidFill>
                <a:latin typeface="맑은 고딕"/>
              </a:rPr>
              <a:t>단일 실행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152144"/>
            <a:ext cx="566928" cy="41148"/>
          </a:xfrm>
          <a:prstGeom prst="rect">
            <a:avLst/>
          </a:prstGeom>
          <a:solidFill>
            <a:srgbClr val="E06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795967" y="731520"/>
            <a:ext cx="18288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1">
                <a:solidFill>
                  <a:srgbClr val="8A919B"/>
                </a:solidFill>
                <a:latin typeface="맑은 고딕"/>
              </a:rPr>
              <a:t>06 / 19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00800"/>
            <a:ext cx="5486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0">
                <a:solidFill>
                  <a:srgbClr val="8A919B"/>
                </a:solidFill>
                <a:latin typeface="맑은 고딕"/>
              </a:rPr>
              <a:t>TestX 사용 가이드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16635" y="1376172"/>
            <a:ext cx="11158423" cy="2126447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12700">
            <a:solidFill>
              <a:srgbClr val="DFE2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9" name="Picture 8" descr="10-single-ready__255_62_1310_24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426464"/>
            <a:ext cx="11057839" cy="2025863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980541" y="1772549"/>
            <a:ext cx="2000540" cy="388290"/>
          </a:xfrm>
          <a:prstGeom prst="roundRect">
            <a:avLst>
              <a:gd name="adj" fmla="val 12000"/>
            </a:avLst>
          </a:prstGeom>
          <a:noFill/>
          <a:ln w="25400">
            <a:solidFill>
              <a:srgbClr val="E06B1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866512" y="1516517"/>
            <a:ext cx="228600" cy="228600"/>
          </a:xfrm>
          <a:prstGeom prst="ellipse">
            <a:avLst/>
          </a:prstGeom>
          <a:solidFill>
            <a:srgbClr val="E06B1B"/>
          </a:solidFill>
          <a:ln w="158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1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588841" y="1772549"/>
            <a:ext cx="1721984" cy="388290"/>
          </a:xfrm>
          <a:prstGeom prst="roundRect">
            <a:avLst>
              <a:gd name="adj" fmla="val 12000"/>
            </a:avLst>
          </a:prstGeom>
          <a:noFill/>
          <a:ln w="25400">
            <a:solidFill>
              <a:srgbClr val="E06B1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4335533" y="1516517"/>
            <a:ext cx="228600" cy="228600"/>
          </a:xfrm>
          <a:prstGeom prst="ellipse">
            <a:avLst/>
          </a:prstGeom>
          <a:solidFill>
            <a:srgbClr val="E06B1B"/>
          </a:solidFill>
          <a:ln w="158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2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80541" y="2279014"/>
            <a:ext cx="1519397" cy="396731"/>
          </a:xfrm>
          <a:prstGeom prst="roundRect">
            <a:avLst>
              <a:gd name="adj" fmla="val 12000"/>
            </a:avLst>
          </a:prstGeom>
          <a:noFill/>
          <a:ln w="25400">
            <a:solidFill>
              <a:srgbClr val="E06B1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866241" y="2164714"/>
            <a:ext cx="228600" cy="228600"/>
          </a:xfrm>
          <a:prstGeom prst="ellipse">
            <a:avLst/>
          </a:prstGeom>
          <a:solidFill>
            <a:srgbClr val="E06B1B"/>
          </a:solidFill>
          <a:ln w="158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3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2466175" y="2279014"/>
            <a:ext cx="3140088" cy="396731"/>
          </a:xfrm>
          <a:prstGeom prst="roundRect">
            <a:avLst>
              <a:gd name="adj" fmla="val 12000"/>
            </a:avLst>
          </a:prstGeom>
          <a:noFill/>
          <a:ln w="25400">
            <a:solidFill>
              <a:srgbClr val="E06B1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3921919" y="2703178"/>
            <a:ext cx="228600" cy="228600"/>
          </a:xfrm>
          <a:prstGeom prst="ellipse">
            <a:avLst/>
          </a:prstGeom>
          <a:solidFill>
            <a:srgbClr val="E06B1B"/>
          </a:solidFill>
          <a:ln w="158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4</a:t>
            </a:r>
          </a:p>
        </p:txBody>
      </p:sp>
      <p:sp>
        <p:nvSpPr>
          <p:cNvPr id="18" name="Oval 17"/>
          <p:cNvSpPr/>
          <p:nvPr/>
        </p:nvSpPr>
        <p:spPr>
          <a:xfrm>
            <a:off x="5564058" y="2279014"/>
            <a:ext cx="987608" cy="396731"/>
          </a:xfrm>
          <a:prstGeom prst="ellipse">
            <a:avLst/>
          </a:prstGeom>
          <a:noFill/>
          <a:ln w="25400">
            <a:solidFill>
              <a:srgbClr val="E06B1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5943562" y="2022982"/>
            <a:ext cx="228600" cy="228600"/>
          </a:xfrm>
          <a:prstGeom prst="ellipse">
            <a:avLst/>
          </a:prstGeom>
          <a:solidFill>
            <a:srgbClr val="E06B1B"/>
          </a:solidFill>
          <a:ln w="158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5</a:t>
            </a:r>
          </a:p>
        </p:txBody>
      </p:sp>
      <p:sp>
        <p:nvSpPr>
          <p:cNvPr id="20" name="Oval 19"/>
          <p:cNvSpPr/>
          <p:nvPr/>
        </p:nvSpPr>
        <p:spPr>
          <a:xfrm>
            <a:off x="6703606" y="2262132"/>
            <a:ext cx="776581" cy="430496"/>
          </a:xfrm>
          <a:prstGeom prst="ellipse">
            <a:avLst/>
          </a:prstGeom>
          <a:noFill/>
          <a:ln w="25400">
            <a:solidFill>
              <a:srgbClr val="E06B1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977597" y="2006100"/>
            <a:ext cx="228600" cy="228600"/>
          </a:xfrm>
          <a:prstGeom prst="ellipse">
            <a:avLst/>
          </a:prstGeom>
          <a:solidFill>
            <a:srgbClr val="E06B1B"/>
          </a:solidFill>
          <a:ln w="158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6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63659" y="2734834"/>
            <a:ext cx="1907688" cy="337643"/>
          </a:xfrm>
          <a:prstGeom prst="roundRect">
            <a:avLst>
              <a:gd name="adj" fmla="val 12000"/>
            </a:avLst>
          </a:prstGeom>
          <a:noFill/>
          <a:ln w="25400">
            <a:solidFill>
              <a:srgbClr val="E06B1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849359" y="2958178"/>
            <a:ext cx="228600" cy="228600"/>
          </a:xfrm>
          <a:prstGeom prst="ellipse">
            <a:avLst/>
          </a:prstGeom>
          <a:solidFill>
            <a:srgbClr val="E06B1B"/>
          </a:solidFill>
          <a:ln w="158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7</a:t>
            </a:r>
          </a:p>
        </p:txBody>
      </p:sp>
      <p:sp>
        <p:nvSpPr>
          <p:cNvPr id="24" name="Oval 23"/>
          <p:cNvSpPr/>
          <p:nvPr/>
        </p:nvSpPr>
        <p:spPr>
          <a:xfrm>
            <a:off x="566928" y="3941064"/>
            <a:ext cx="246888" cy="246888"/>
          </a:xfrm>
          <a:prstGeom prst="ellipse">
            <a:avLst/>
          </a:prstGeom>
          <a:solidFill>
            <a:srgbClr val="E06B1B"/>
          </a:solidFill>
          <a:ln w="158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1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96112" y="3922776"/>
            <a:ext cx="2229535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25292F"/>
                </a:solidFill>
                <a:latin typeface="맑은 고딕"/>
              </a:rPr>
              <a:t>대상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96112" y="4151376"/>
            <a:ext cx="2229535" cy="5120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>
                <a:solidFill>
                  <a:srgbClr val="555C66"/>
                </a:solidFill>
                <a:latin typeface="맑은 고딕"/>
              </a:rPr>
              <a:t>Default / Model / Prompt</a:t>
            </a:r>
          </a:p>
        </p:txBody>
      </p:sp>
      <p:sp>
        <p:nvSpPr>
          <p:cNvPr id="27" name="Oval 26"/>
          <p:cNvSpPr/>
          <p:nvPr/>
        </p:nvSpPr>
        <p:spPr>
          <a:xfrm>
            <a:off x="3399967" y="3941064"/>
            <a:ext cx="246888" cy="246888"/>
          </a:xfrm>
          <a:prstGeom prst="ellipse">
            <a:avLst/>
          </a:prstGeom>
          <a:solidFill>
            <a:srgbClr val="E06B1B"/>
          </a:solidFill>
          <a:ln w="158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2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729151" y="3922776"/>
            <a:ext cx="2229535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25292F"/>
                </a:solidFill>
                <a:latin typeface="맑은 고딕"/>
              </a:rPr>
              <a:t>Agent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729151" y="4151376"/>
            <a:ext cx="2229535" cy="5120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>
                <a:solidFill>
                  <a:srgbClr val="555C66"/>
                </a:solidFill>
                <a:latin typeface="맑은 고딕"/>
              </a:rPr>
              <a:t>설정에 등록한 API</a:t>
            </a:r>
          </a:p>
        </p:txBody>
      </p:sp>
      <p:sp>
        <p:nvSpPr>
          <p:cNvPr id="30" name="Oval 29"/>
          <p:cNvSpPr/>
          <p:nvPr/>
        </p:nvSpPr>
        <p:spPr>
          <a:xfrm>
            <a:off x="6233007" y="3941064"/>
            <a:ext cx="246888" cy="246888"/>
          </a:xfrm>
          <a:prstGeom prst="ellipse">
            <a:avLst/>
          </a:prstGeom>
          <a:solidFill>
            <a:srgbClr val="E06B1B"/>
          </a:solidFill>
          <a:ln w="158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3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562191" y="3922776"/>
            <a:ext cx="2229535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25292F"/>
                </a:solidFill>
                <a:latin typeface="맑은 고딕"/>
              </a:rPr>
              <a:t>입력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562191" y="4151376"/>
            <a:ext cx="2229535" cy="5120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>
                <a:solidFill>
                  <a:srgbClr val="555C66"/>
                </a:solidFill>
                <a:latin typeface="맑은 고딕"/>
              </a:rPr>
              <a:t>데이터셋 / 직접 입력</a:t>
            </a:r>
          </a:p>
        </p:txBody>
      </p:sp>
      <p:sp>
        <p:nvSpPr>
          <p:cNvPr id="33" name="Oval 32"/>
          <p:cNvSpPr/>
          <p:nvPr/>
        </p:nvSpPr>
        <p:spPr>
          <a:xfrm>
            <a:off x="9066047" y="3941064"/>
            <a:ext cx="246888" cy="246888"/>
          </a:xfrm>
          <a:prstGeom prst="ellipse">
            <a:avLst/>
          </a:prstGeom>
          <a:solidFill>
            <a:srgbClr val="E06B1B"/>
          </a:solidFill>
          <a:ln w="158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4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395231" y="3922776"/>
            <a:ext cx="2229535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25292F"/>
                </a:solidFill>
                <a:latin typeface="맑은 고딕"/>
              </a:rPr>
              <a:t>데이터셋 · 폴더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395231" y="4151376"/>
            <a:ext cx="2229535" cy="5120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>
                <a:solidFill>
                  <a:srgbClr val="555C66"/>
                </a:solidFill>
                <a:latin typeface="맑은 고딕"/>
              </a:rPr>
              <a:t>무엇을 돌릴지</a:t>
            </a:r>
          </a:p>
        </p:txBody>
      </p:sp>
      <p:sp>
        <p:nvSpPr>
          <p:cNvPr id="36" name="Oval 35"/>
          <p:cNvSpPr/>
          <p:nvPr/>
        </p:nvSpPr>
        <p:spPr>
          <a:xfrm>
            <a:off x="566928" y="4672584"/>
            <a:ext cx="246888" cy="246888"/>
          </a:xfrm>
          <a:prstGeom prst="ellipse">
            <a:avLst/>
          </a:prstGeom>
          <a:solidFill>
            <a:srgbClr val="E06B1B"/>
          </a:solidFill>
          <a:ln w="158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5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96112" y="4654296"/>
            <a:ext cx="2229535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25292F"/>
                </a:solidFill>
                <a:latin typeface="맑은 고딕"/>
              </a:rPr>
              <a:t>케이스 선택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96112" y="4882896"/>
            <a:ext cx="2229535" cy="5120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>
                <a:solidFill>
                  <a:srgbClr val="555C66"/>
                </a:solidFill>
                <a:latin typeface="맑은 고딕"/>
              </a:rPr>
              <a:t>더 좁게 고르기</a:t>
            </a:r>
          </a:p>
        </p:txBody>
      </p:sp>
      <p:sp>
        <p:nvSpPr>
          <p:cNvPr id="39" name="Oval 38"/>
          <p:cNvSpPr/>
          <p:nvPr/>
        </p:nvSpPr>
        <p:spPr>
          <a:xfrm>
            <a:off x="3399967" y="4672584"/>
            <a:ext cx="246888" cy="246888"/>
          </a:xfrm>
          <a:prstGeom prst="ellipse">
            <a:avLst/>
          </a:prstGeom>
          <a:solidFill>
            <a:srgbClr val="E06B1B"/>
          </a:solidFill>
          <a:ln w="158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6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729151" y="4654296"/>
            <a:ext cx="2229535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25292F"/>
                </a:solidFill>
                <a:latin typeface="맑은 고딕"/>
              </a:rPr>
              <a:t>실행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729151" y="4882896"/>
            <a:ext cx="2229535" cy="5120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>
                <a:solidFill>
                  <a:srgbClr val="555C66"/>
                </a:solidFill>
                <a:latin typeface="맑은 고딕"/>
              </a:rPr>
              <a:t>조건이 덜 차면 비활성</a:t>
            </a:r>
          </a:p>
        </p:txBody>
      </p:sp>
      <p:sp>
        <p:nvSpPr>
          <p:cNvPr id="42" name="Oval 41"/>
          <p:cNvSpPr/>
          <p:nvPr/>
        </p:nvSpPr>
        <p:spPr>
          <a:xfrm>
            <a:off x="6233007" y="4672584"/>
            <a:ext cx="246888" cy="246888"/>
          </a:xfrm>
          <a:prstGeom prst="ellipse">
            <a:avLst/>
          </a:prstGeom>
          <a:solidFill>
            <a:srgbClr val="E06B1B"/>
          </a:solidFill>
          <a:ln w="158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7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562191" y="4654296"/>
            <a:ext cx="2229535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25292F"/>
                </a:solidFill>
                <a:latin typeface="맑은 고딕"/>
              </a:rPr>
              <a:t>채점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562191" y="4882896"/>
            <a:ext cx="2229535" cy="5120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>
                <a:solidFill>
                  <a:srgbClr val="555C66"/>
                </a:solidFill>
                <a:latin typeface="맑은 고딕"/>
              </a:rPr>
              <a:t>끄면 답변만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02336"/>
            <a:ext cx="11057839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>
                <a:solidFill>
                  <a:srgbClr val="E06B1B"/>
                </a:solidFill>
                <a:latin typeface="맑은 고딕"/>
              </a:rPr>
              <a:t>실행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03504"/>
            <a:ext cx="9777679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25292F"/>
                </a:solidFill>
                <a:latin typeface="맑은 고딕"/>
              </a:rPr>
              <a:t>케이스 선택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152144"/>
            <a:ext cx="566928" cy="41148"/>
          </a:xfrm>
          <a:prstGeom prst="rect">
            <a:avLst/>
          </a:prstGeom>
          <a:solidFill>
            <a:srgbClr val="E06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795967" y="731520"/>
            <a:ext cx="18288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1">
                <a:solidFill>
                  <a:srgbClr val="8A919B"/>
                </a:solidFill>
                <a:latin typeface="맑은 고딕"/>
              </a:rPr>
              <a:t>07 / 19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00800"/>
            <a:ext cx="5486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0">
                <a:solidFill>
                  <a:srgbClr val="8A919B"/>
                </a:solidFill>
                <a:latin typeface="맑은 고딕"/>
              </a:rPr>
              <a:t>TestX 사용 가이드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16635" y="1513332"/>
            <a:ext cx="6501384" cy="3771404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12700">
            <a:solidFill>
              <a:srgbClr val="DFE2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9" name="Picture 8" descr="11-case-picker__388_264_830_47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563624"/>
            <a:ext cx="6400800" cy="3670820"/>
          </a:xfrm>
          <a:prstGeom prst="rect">
            <a:avLst/>
          </a:prstGeom>
        </p:spPr>
      </p:pic>
      <p:sp>
        <p:nvSpPr>
          <p:cNvPr id="10" name="Oval 9"/>
          <p:cNvSpPr/>
          <p:nvPr/>
        </p:nvSpPr>
        <p:spPr>
          <a:xfrm>
            <a:off x="813705" y="2234551"/>
            <a:ext cx="655503" cy="277625"/>
          </a:xfrm>
          <a:prstGeom prst="ellipse">
            <a:avLst/>
          </a:prstGeom>
          <a:noFill/>
          <a:ln w="25400">
            <a:solidFill>
              <a:srgbClr val="E06B1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557673" y="2259063"/>
            <a:ext cx="228600" cy="228600"/>
          </a:xfrm>
          <a:prstGeom prst="ellipse">
            <a:avLst/>
          </a:prstGeom>
          <a:solidFill>
            <a:srgbClr val="E06B1B"/>
          </a:solidFill>
          <a:ln w="158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1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931810" y="2180568"/>
            <a:ext cx="1835410" cy="370166"/>
          </a:xfrm>
          <a:prstGeom prst="roundRect">
            <a:avLst>
              <a:gd name="adj" fmla="val 12000"/>
            </a:avLst>
          </a:prstGeom>
          <a:noFill/>
          <a:ln w="25400">
            <a:solidFill>
              <a:srgbClr val="E06B1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5735215" y="1924536"/>
            <a:ext cx="228600" cy="228600"/>
          </a:xfrm>
          <a:prstGeom prst="ellipse">
            <a:avLst/>
          </a:prstGeom>
          <a:solidFill>
            <a:srgbClr val="E06B1B"/>
          </a:solidFill>
          <a:ln w="158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2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44299" y="2566158"/>
            <a:ext cx="5999786" cy="308472"/>
          </a:xfrm>
          <a:prstGeom prst="roundRect">
            <a:avLst>
              <a:gd name="adj" fmla="val 12000"/>
            </a:avLst>
          </a:prstGeom>
          <a:noFill/>
          <a:ln w="25400">
            <a:solidFill>
              <a:srgbClr val="E06B1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488267" y="2606095"/>
            <a:ext cx="228600" cy="228600"/>
          </a:xfrm>
          <a:prstGeom prst="ellipse">
            <a:avLst/>
          </a:prstGeom>
          <a:solidFill>
            <a:srgbClr val="E06B1B"/>
          </a:solidFill>
          <a:ln w="158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3</a:t>
            </a:r>
          </a:p>
        </p:txBody>
      </p:sp>
      <p:sp>
        <p:nvSpPr>
          <p:cNvPr id="16" name="Oval 15"/>
          <p:cNvSpPr/>
          <p:nvPr/>
        </p:nvSpPr>
        <p:spPr>
          <a:xfrm>
            <a:off x="5957481" y="4748600"/>
            <a:ext cx="832875" cy="339319"/>
          </a:xfrm>
          <a:prstGeom prst="ellipse">
            <a:avLst/>
          </a:prstGeom>
          <a:noFill/>
          <a:ln w="25400">
            <a:solidFill>
              <a:srgbClr val="E06B1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5701449" y="4803960"/>
            <a:ext cx="228600" cy="228600"/>
          </a:xfrm>
          <a:prstGeom prst="ellipse">
            <a:avLst/>
          </a:prstGeom>
          <a:solidFill>
            <a:srgbClr val="E06B1B"/>
          </a:solidFill>
          <a:ln w="158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4</a:t>
            </a:r>
          </a:p>
        </p:txBody>
      </p:sp>
      <p:sp>
        <p:nvSpPr>
          <p:cNvPr id="18" name="Oval 17"/>
          <p:cNvSpPr/>
          <p:nvPr/>
        </p:nvSpPr>
        <p:spPr>
          <a:xfrm>
            <a:off x="7333488" y="2157984"/>
            <a:ext cx="246888" cy="246888"/>
          </a:xfrm>
          <a:prstGeom prst="ellipse">
            <a:avLst/>
          </a:prstGeom>
          <a:solidFill>
            <a:srgbClr val="E06B1B"/>
          </a:solidFill>
          <a:ln w="158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680960" y="2139696"/>
            <a:ext cx="3943807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25292F"/>
                </a:solidFill>
                <a:latin typeface="맑은 고딕"/>
              </a:rPr>
              <a:t>전체 선택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680960" y="2372868"/>
            <a:ext cx="3943807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150" b="0">
                <a:solidFill>
                  <a:srgbClr val="555C66"/>
                </a:solidFill>
                <a:latin typeface="맑은 고딕"/>
              </a:rPr>
              <a:t>한 번에 켜고 끄기</a:t>
            </a:r>
          </a:p>
        </p:txBody>
      </p:sp>
      <p:sp>
        <p:nvSpPr>
          <p:cNvPr id="21" name="Oval 20"/>
          <p:cNvSpPr/>
          <p:nvPr/>
        </p:nvSpPr>
        <p:spPr>
          <a:xfrm>
            <a:off x="7333488" y="3026663"/>
            <a:ext cx="246888" cy="246888"/>
          </a:xfrm>
          <a:prstGeom prst="ellipse">
            <a:avLst/>
          </a:prstGeom>
          <a:solidFill>
            <a:srgbClr val="E06B1B"/>
          </a:solidFill>
          <a:ln w="158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680960" y="3008375"/>
            <a:ext cx="3943807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25292F"/>
                </a:solidFill>
                <a:latin typeface="맑은 고딕"/>
              </a:rPr>
              <a:t>검색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680960" y="3241547"/>
            <a:ext cx="3943807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150" b="0">
                <a:solidFill>
                  <a:srgbClr val="555C66"/>
                </a:solidFill>
                <a:latin typeface="맑은 고딕"/>
              </a:rPr>
              <a:t>질문 · 정답으로</a:t>
            </a:r>
          </a:p>
        </p:txBody>
      </p:sp>
      <p:sp>
        <p:nvSpPr>
          <p:cNvPr id="24" name="Oval 23"/>
          <p:cNvSpPr/>
          <p:nvPr/>
        </p:nvSpPr>
        <p:spPr>
          <a:xfrm>
            <a:off x="7333488" y="3895344"/>
            <a:ext cx="246888" cy="246888"/>
          </a:xfrm>
          <a:prstGeom prst="ellipse">
            <a:avLst/>
          </a:prstGeom>
          <a:solidFill>
            <a:srgbClr val="E06B1B"/>
          </a:solidFill>
          <a:ln w="158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680960" y="3877056"/>
            <a:ext cx="3943807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25292F"/>
                </a:solidFill>
                <a:latin typeface="맑은 고딕"/>
              </a:rPr>
              <a:t>폴더 줄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680960" y="4110228"/>
            <a:ext cx="3943807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150" b="0">
                <a:solidFill>
                  <a:srgbClr val="555C66"/>
                </a:solidFill>
                <a:latin typeface="맑은 고딕"/>
              </a:rPr>
              <a:t>폴더째 선택</a:t>
            </a:r>
          </a:p>
        </p:txBody>
      </p:sp>
      <p:sp>
        <p:nvSpPr>
          <p:cNvPr id="27" name="Oval 26"/>
          <p:cNvSpPr/>
          <p:nvPr/>
        </p:nvSpPr>
        <p:spPr>
          <a:xfrm>
            <a:off x="7333488" y="4764023"/>
            <a:ext cx="246888" cy="246888"/>
          </a:xfrm>
          <a:prstGeom prst="ellipse">
            <a:avLst/>
          </a:prstGeom>
          <a:solidFill>
            <a:srgbClr val="E06B1B"/>
          </a:solidFill>
          <a:ln w="158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680960" y="4745736"/>
            <a:ext cx="3943807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25292F"/>
                </a:solidFill>
                <a:latin typeface="맑은 고딕"/>
              </a:rPr>
              <a:t>N건만 실행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680960" y="4978907"/>
            <a:ext cx="3943807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150" b="0">
                <a:solidFill>
                  <a:srgbClr val="555C66"/>
                </a:solidFill>
                <a:latin typeface="맑은 고딕"/>
              </a:rPr>
              <a:t>안 고르면 전체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02336"/>
            <a:ext cx="11057839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>
                <a:solidFill>
                  <a:srgbClr val="E06B1B"/>
                </a:solidFill>
                <a:latin typeface="맑은 고딕"/>
              </a:rPr>
              <a:t>실행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03504"/>
            <a:ext cx="9777679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25292F"/>
                </a:solidFill>
                <a:latin typeface="맑은 고딕"/>
              </a:rPr>
              <a:t>직접 입력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152144"/>
            <a:ext cx="566928" cy="41148"/>
          </a:xfrm>
          <a:prstGeom prst="rect">
            <a:avLst/>
          </a:prstGeom>
          <a:solidFill>
            <a:srgbClr val="E06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795967" y="731520"/>
            <a:ext cx="18288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1">
                <a:solidFill>
                  <a:srgbClr val="8A919B"/>
                </a:solidFill>
                <a:latin typeface="맑은 고딕"/>
              </a:rPr>
              <a:t>08 / 19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00800"/>
            <a:ext cx="5486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0">
                <a:solidFill>
                  <a:srgbClr val="8A919B"/>
                </a:solidFill>
                <a:latin typeface="맑은 고딕"/>
              </a:rPr>
              <a:t>TestX 사용 가이드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16635" y="1376172"/>
            <a:ext cx="11158423" cy="2801735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12700">
            <a:solidFill>
              <a:srgbClr val="DFE2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9" name="Picture 8" descr="12-direct-input__255_75_1310_32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426464"/>
            <a:ext cx="11057839" cy="2701151"/>
          </a:xfrm>
          <a:prstGeom prst="rect">
            <a:avLst/>
          </a:prstGeom>
        </p:spPr>
      </p:pic>
      <p:sp>
        <p:nvSpPr>
          <p:cNvPr id="10" name="Oval 9"/>
          <p:cNvSpPr/>
          <p:nvPr/>
        </p:nvSpPr>
        <p:spPr>
          <a:xfrm>
            <a:off x="1681153" y="2169280"/>
            <a:ext cx="835668" cy="396731"/>
          </a:xfrm>
          <a:prstGeom prst="ellipse">
            <a:avLst/>
          </a:prstGeom>
          <a:noFill/>
          <a:ln w="25400">
            <a:solidFill>
              <a:srgbClr val="E06B1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984687" y="1913248"/>
            <a:ext cx="228600" cy="228600"/>
          </a:xfrm>
          <a:prstGeom prst="ellipse">
            <a:avLst/>
          </a:prstGeom>
          <a:solidFill>
            <a:srgbClr val="E06B1B"/>
          </a:solidFill>
          <a:ln w="158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1</a:t>
            </a:r>
          </a:p>
        </p:txBody>
      </p:sp>
      <p:sp>
        <p:nvSpPr>
          <p:cNvPr id="12" name="Oval 11"/>
          <p:cNvSpPr/>
          <p:nvPr/>
        </p:nvSpPr>
        <p:spPr>
          <a:xfrm>
            <a:off x="2677202" y="2152398"/>
            <a:ext cx="793463" cy="430496"/>
          </a:xfrm>
          <a:prstGeom prst="ellipse">
            <a:avLst/>
          </a:prstGeom>
          <a:noFill/>
          <a:ln w="25400">
            <a:solidFill>
              <a:srgbClr val="E06B1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2959634" y="1896366"/>
            <a:ext cx="228600" cy="228600"/>
          </a:xfrm>
          <a:prstGeom prst="ellipse">
            <a:avLst/>
          </a:prstGeom>
          <a:solidFill>
            <a:srgbClr val="E06B1B"/>
          </a:solidFill>
          <a:ln w="158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2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18867" y="3004949"/>
            <a:ext cx="5351656" cy="877874"/>
          </a:xfrm>
          <a:prstGeom prst="roundRect">
            <a:avLst>
              <a:gd name="adj" fmla="val 12000"/>
            </a:avLst>
          </a:prstGeom>
          <a:noFill/>
          <a:ln w="25400">
            <a:solidFill>
              <a:srgbClr val="E06B1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04567" y="2890649"/>
            <a:ext cx="228600" cy="228600"/>
          </a:xfrm>
          <a:prstGeom prst="ellipse">
            <a:avLst/>
          </a:prstGeom>
          <a:solidFill>
            <a:srgbClr val="E06B1B"/>
          </a:solidFill>
          <a:ln w="158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3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087406" y="3004949"/>
            <a:ext cx="5402303" cy="877874"/>
          </a:xfrm>
          <a:prstGeom prst="roundRect">
            <a:avLst>
              <a:gd name="adj" fmla="val 12000"/>
            </a:avLst>
          </a:prstGeom>
          <a:noFill/>
          <a:ln w="25400">
            <a:solidFill>
              <a:srgbClr val="E06B1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1375409" y="2890649"/>
            <a:ext cx="228600" cy="228600"/>
          </a:xfrm>
          <a:prstGeom prst="ellipse">
            <a:avLst/>
          </a:prstGeom>
          <a:solidFill>
            <a:srgbClr val="E06B1B"/>
          </a:solidFill>
          <a:ln w="158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4</a:t>
            </a:r>
          </a:p>
        </p:txBody>
      </p:sp>
      <p:sp>
        <p:nvSpPr>
          <p:cNvPr id="18" name="Oval 17"/>
          <p:cNvSpPr/>
          <p:nvPr/>
        </p:nvSpPr>
        <p:spPr>
          <a:xfrm>
            <a:off x="566928" y="4535424"/>
            <a:ext cx="246888" cy="246888"/>
          </a:xfrm>
          <a:prstGeom prst="ellipse">
            <a:avLst/>
          </a:prstGeom>
          <a:solidFill>
            <a:srgbClr val="E06B1B"/>
          </a:solidFill>
          <a:ln w="158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96112" y="4517136"/>
            <a:ext cx="2229535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25292F"/>
                </a:solidFill>
                <a:latin typeface="맑은 고딕"/>
              </a:rPr>
              <a:t>직접 입력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96112" y="4745736"/>
            <a:ext cx="2229535" cy="5120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>
                <a:solidFill>
                  <a:srgbClr val="555C66"/>
                </a:solidFill>
                <a:latin typeface="맑은 고딕"/>
              </a:rPr>
              <a:t>데이터셋 없이 한 건</a:t>
            </a:r>
          </a:p>
        </p:txBody>
      </p:sp>
      <p:sp>
        <p:nvSpPr>
          <p:cNvPr id="21" name="Oval 20"/>
          <p:cNvSpPr/>
          <p:nvPr/>
        </p:nvSpPr>
        <p:spPr>
          <a:xfrm>
            <a:off x="3399967" y="4535424"/>
            <a:ext cx="246888" cy="246888"/>
          </a:xfrm>
          <a:prstGeom prst="ellipse">
            <a:avLst/>
          </a:prstGeom>
          <a:solidFill>
            <a:srgbClr val="E06B1B"/>
          </a:solidFill>
          <a:ln w="158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729151" y="4517136"/>
            <a:ext cx="2229535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25292F"/>
                </a:solidFill>
                <a:latin typeface="맑은 고딕"/>
              </a:rPr>
              <a:t>호출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729151" y="4745736"/>
            <a:ext cx="2229535" cy="5120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>
                <a:solidFill>
                  <a:srgbClr val="555C66"/>
                </a:solidFill>
                <a:latin typeface="맑은 고딕"/>
              </a:rPr>
              <a:t>API 살아 있는지 확인용</a:t>
            </a:r>
          </a:p>
        </p:txBody>
      </p:sp>
      <p:sp>
        <p:nvSpPr>
          <p:cNvPr id="24" name="Oval 23"/>
          <p:cNvSpPr/>
          <p:nvPr/>
        </p:nvSpPr>
        <p:spPr>
          <a:xfrm>
            <a:off x="6233007" y="4535424"/>
            <a:ext cx="246888" cy="246888"/>
          </a:xfrm>
          <a:prstGeom prst="ellipse">
            <a:avLst/>
          </a:prstGeom>
          <a:solidFill>
            <a:srgbClr val="E06B1B"/>
          </a:solidFill>
          <a:ln w="158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62191" y="4517136"/>
            <a:ext cx="2229535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25292F"/>
                </a:solidFill>
                <a:latin typeface="맑은 고딕"/>
              </a:rPr>
              <a:t>메시지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562191" y="4745736"/>
            <a:ext cx="2229535" cy="5120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>
                <a:solidFill>
                  <a:srgbClr val="555C66"/>
                </a:solidFill>
                <a:latin typeface="맑은 고딕"/>
              </a:rPr>
              <a:t>보낼 질문</a:t>
            </a:r>
          </a:p>
        </p:txBody>
      </p:sp>
      <p:sp>
        <p:nvSpPr>
          <p:cNvPr id="27" name="Oval 26"/>
          <p:cNvSpPr/>
          <p:nvPr/>
        </p:nvSpPr>
        <p:spPr>
          <a:xfrm>
            <a:off x="9066047" y="4535424"/>
            <a:ext cx="246888" cy="246888"/>
          </a:xfrm>
          <a:prstGeom prst="ellipse">
            <a:avLst/>
          </a:prstGeom>
          <a:solidFill>
            <a:srgbClr val="E06B1B"/>
          </a:solidFill>
          <a:ln w="158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395231" y="4517136"/>
            <a:ext cx="2229535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25292F"/>
                </a:solidFill>
                <a:latin typeface="맑은 고딕"/>
              </a:rPr>
              <a:t>기대 정답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395231" y="4745736"/>
            <a:ext cx="2229535" cy="5120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>
                <a:solidFill>
                  <a:srgbClr val="555C66"/>
                </a:solidFill>
                <a:latin typeface="맑은 고딕"/>
              </a:rPr>
              <a:t>적으면 채점까지 (선택)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02336"/>
            <a:ext cx="11057839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>
                <a:solidFill>
                  <a:srgbClr val="E06B1B"/>
                </a:solidFill>
                <a:latin typeface="맑은 고딕"/>
              </a:rPr>
              <a:t>실행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03504"/>
            <a:ext cx="9777679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25292F"/>
                </a:solidFill>
                <a:latin typeface="맑은 고딕"/>
              </a:rPr>
              <a:t>모델 바꾸기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152144"/>
            <a:ext cx="566928" cy="41148"/>
          </a:xfrm>
          <a:prstGeom prst="rect">
            <a:avLst/>
          </a:prstGeom>
          <a:solidFill>
            <a:srgbClr val="E06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795967" y="731520"/>
            <a:ext cx="18288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1">
                <a:solidFill>
                  <a:srgbClr val="8A919B"/>
                </a:solidFill>
                <a:latin typeface="맑은 고딕"/>
              </a:rPr>
              <a:t>09 / 19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00800"/>
            <a:ext cx="5486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0">
                <a:solidFill>
                  <a:srgbClr val="8A919B"/>
                </a:solidFill>
                <a:latin typeface="맑은 고딕"/>
              </a:rPr>
              <a:t>TestX 사용 가이드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29500" y="1330452"/>
            <a:ext cx="10132695" cy="3163824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12700">
            <a:solidFill>
              <a:srgbClr val="DFE2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9" name="Picture 8" descr="13-target-model__255_85_1310_40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9792" y="1380744"/>
            <a:ext cx="10032111" cy="3063240"/>
          </a:xfrm>
          <a:prstGeom prst="rect">
            <a:avLst/>
          </a:prstGeom>
        </p:spPr>
      </p:pic>
      <p:sp>
        <p:nvSpPr>
          <p:cNvPr id="10" name="Oval 9"/>
          <p:cNvSpPr/>
          <p:nvPr/>
        </p:nvSpPr>
        <p:spPr>
          <a:xfrm>
            <a:off x="2037054" y="1518589"/>
            <a:ext cx="650938" cy="352272"/>
          </a:xfrm>
          <a:prstGeom prst="ellipse">
            <a:avLst/>
          </a:prstGeom>
          <a:noFill/>
          <a:ln w="25400">
            <a:solidFill>
              <a:srgbClr val="E06B1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2248223" y="1262557"/>
            <a:ext cx="228600" cy="228600"/>
          </a:xfrm>
          <a:prstGeom prst="ellipse">
            <a:avLst/>
          </a:prstGeom>
          <a:solidFill>
            <a:srgbClr val="E06B1B"/>
          </a:solidFill>
          <a:ln w="158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1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202321" y="2184844"/>
            <a:ext cx="1118082" cy="1883892"/>
          </a:xfrm>
          <a:prstGeom prst="roundRect">
            <a:avLst>
              <a:gd name="adj" fmla="val 12000"/>
            </a:avLst>
          </a:prstGeom>
          <a:noFill/>
          <a:ln w="25400">
            <a:solidFill>
              <a:srgbClr val="E06B1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946289" y="3012490"/>
            <a:ext cx="228600" cy="228600"/>
          </a:xfrm>
          <a:prstGeom prst="ellipse">
            <a:avLst/>
          </a:prstGeom>
          <a:solidFill>
            <a:srgbClr val="E06B1B"/>
          </a:solidFill>
          <a:ln w="158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2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274455" y="2460536"/>
            <a:ext cx="8025688" cy="1608201"/>
          </a:xfrm>
          <a:prstGeom prst="roundRect">
            <a:avLst>
              <a:gd name="adj" fmla="val 12000"/>
            </a:avLst>
          </a:prstGeom>
          <a:noFill/>
          <a:ln w="25400">
            <a:solidFill>
              <a:srgbClr val="E06B1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173000" y="2204504"/>
            <a:ext cx="228600" cy="228600"/>
          </a:xfrm>
          <a:prstGeom prst="ellipse">
            <a:avLst/>
          </a:prstGeom>
          <a:solidFill>
            <a:srgbClr val="E06B1B"/>
          </a:solidFill>
          <a:ln w="158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3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0292486" y="2184844"/>
            <a:ext cx="612648" cy="1883892"/>
          </a:xfrm>
          <a:prstGeom prst="roundRect">
            <a:avLst>
              <a:gd name="adj" fmla="val 12000"/>
            </a:avLst>
          </a:prstGeom>
          <a:noFill/>
          <a:ln w="25400">
            <a:solidFill>
              <a:srgbClr val="E06B1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0790834" y="2070544"/>
            <a:ext cx="228600" cy="228600"/>
          </a:xfrm>
          <a:prstGeom prst="ellipse">
            <a:avLst/>
          </a:prstGeom>
          <a:solidFill>
            <a:srgbClr val="E06B1B"/>
          </a:solidFill>
          <a:ln w="158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4</a:t>
            </a:r>
          </a:p>
        </p:txBody>
      </p:sp>
      <p:sp>
        <p:nvSpPr>
          <p:cNvPr id="18" name="Oval 17"/>
          <p:cNvSpPr/>
          <p:nvPr/>
        </p:nvSpPr>
        <p:spPr>
          <a:xfrm>
            <a:off x="10560519" y="4045762"/>
            <a:ext cx="428853" cy="260375"/>
          </a:xfrm>
          <a:prstGeom prst="ellipse">
            <a:avLst/>
          </a:prstGeom>
          <a:noFill/>
          <a:ln w="25400">
            <a:solidFill>
              <a:srgbClr val="E06B1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304487" y="4061650"/>
            <a:ext cx="228600" cy="228600"/>
          </a:xfrm>
          <a:prstGeom prst="ellipse">
            <a:avLst/>
          </a:prstGeom>
          <a:solidFill>
            <a:srgbClr val="E06B1B"/>
          </a:solidFill>
          <a:ln w="158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5</a:t>
            </a:r>
          </a:p>
        </p:txBody>
      </p:sp>
      <p:sp>
        <p:nvSpPr>
          <p:cNvPr id="20" name="Oval 19"/>
          <p:cNvSpPr/>
          <p:nvPr/>
        </p:nvSpPr>
        <p:spPr>
          <a:xfrm>
            <a:off x="566928" y="4736592"/>
            <a:ext cx="246888" cy="246888"/>
          </a:xfrm>
          <a:prstGeom prst="ellipse">
            <a:avLst/>
          </a:prstGeom>
          <a:solidFill>
            <a:srgbClr val="E06B1B"/>
          </a:solidFill>
          <a:ln w="158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1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96112" y="4718304"/>
            <a:ext cx="1662927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25292F"/>
                </a:solidFill>
                <a:latin typeface="맑은 고딕"/>
              </a:rPr>
              <a:t>Model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96112" y="4946904"/>
            <a:ext cx="1662927" cy="5120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>
                <a:solidFill>
                  <a:srgbClr val="555C66"/>
                </a:solidFill>
                <a:latin typeface="맑은 고딕"/>
              </a:rPr>
              <a:t>이번 실행에만 적용</a:t>
            </a:r>
          </a:p>
        </p:txBody>
      </p:sp>
      <p:sp>
        <p:nvSpPr>
          <p:cNvPr id="23" name="Oval 22"/>
          <p:cNvSpPr/>
          <p:nvPr/>
        </p:nvSpPr>
        <p:spPr>
          <a:xfrm>
            <a:off x="2833359" y="4736592"/>
            <a:ext cx="246888" cy="246888"/>
          </a:xfrm>
          <a:prstGeom prst="ellipse">
            <a:avLst/>
          </a:prstGeom>
          <a:solidFill>
            <a:srgbClr val="E06B1B"/>
          </a:solidFill>
          <a:ln w="158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162543" y="4718304"/>
            <a:ext cx="1662927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25292F"/>
                </a:solidFill>
                <a:latin typeface="맑은 고딕"/>
              </a:rPr>
              <a:t>ROLE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162543" y="4946904"/>
            <a:ext cx="1662927" cy="5120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>
                <a:solidFill>
                  <a:srgbClr val="555C66"/>
                </a:solidFill>
                <a:latin typeface="맑은 고딕"/>
              </a:rPr>
              <a:t>에이전트가 쓰는 네 자리</a:t>
            </a:r>
          </a:p>
        </p:txBody>
      </p:sp>
      <p:sp>
        <p:nvSpPr>
          <p:cNvPr id="26" name="Oval 25"/>
          <p:cNvSpPr/>
          <p:nvPr/>
        </p:nvSpPr>
        <p:spPr>
          <a:xfrm>
            <a:off x="5099791" y="4736592"/>
            <a:ext cx="246888" cy="246888"/>
          </a:xfrm>
          <a:prstGeom prst="ellipse">
            <a:avLst/>
          </a:prstGeom>
          <a:solidFill>
            <a:srgbClr val="E06B1B"/>
          </a:solidFill>
          <a:ln w="158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428975" y="4718304"/>
            <a:ext cx="1662927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25292F"/>
                </a:solidFill>
                <a:latin typeface="맑은 고딕"/>
              </a:rPr>
              <a:t>모델명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428975" y="4946904"/>
            <a:ext cx="1662927" cy="5120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>
                <a:solidFill>
                  <a:srgbClr val="555C66"/>
                </a:solidFill>
                <a:latin typeface="맑은 고딕"/>
              </a:rPr>
              <a:t>설정에 등록한 것 중에서</a:t>
            </a:r>
          </a:p>
        </p:txBody>
      </p:sp>
      <p:sp>
        <p:nvSpPr>
          <p:cNvPr id="29" name="Oval 28"/>
          <p:cNvSpPr/>
          <p:nvPr/>
        </p:nvSpPr>
        <p:spPr>
          <a:xfrm>
            <a:off x="7366223" y="4736592"/>
            <a:ext cx="246888" cy="246888"/>
          </a:xfrm>
          <a:prstGeom prst="ellipse">
            <a:avLst/>
          </a:prstGeom>
          <a:solidFill>
            <a:srgbClr val="E06B1B"/>
          </a:solidFill>
          <a:ln w="158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695407" y="4718304"/>
            <a:ext cx="1662927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25292F"/>
                </a:solidFill>
                <a:latin typeface="맑은 고딕"/>
              </a:rPr>
              <a:t>TEMP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695407" y="4946904"/>
            <a:ext cx="1662927" cy="5120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>
                <a:solidFill>
                  <a:srgbClr val="555C66"/>
                </a:solidFill>
                <a:latin typeface="맑은 고딕"/>
              </a:rPr>
              <a:t>비우면 기본값</a:t>
            </a:r>
          </a:p>
        </p:txBody>
      </p:sp>
      <p:sp>
        <p:nvSpPr>
          <p:cNvPr id="32" name="Oval 31"/>
          <p:cNvSpPr/>
          <p:nvPr/>
        </p:nvSpPr>
        <p:spPr>
          <a:xfrm>
            <a:off x="9632655" y="4736592"/>
            <a:ext cx="246888" cy="246888"/>
          </a:xfrm>
          <a:prstGeom prst="ellipse">
            <a:avLst/>
          </a:prstGeom>
          <a:solidFill>
            <a:srgbClr val="E06B1B"/>
          </a:solidFill>
          <a:ln w="158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961839" y="4718304"/>
            <a:ext cx="1662927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25292F"/>
                </a:solidFill>
                <a:latin typeface="맑은 고딕"/>
              </a:rPr>
              <a:t>설정 →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961839" y="4946904"/>
            <a:ext cx="1662927" cy="5120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>
                <a:solidFill>
                  <a:srgbClr val="555C66"/>
                </a:solidFill>
                <a:latin typeface="맑은 고딕"/>
              </a:rPr>
              <a:t>없으면 여기서 등록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66928" y="6144768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19B"/>
                </a:solidFill>
                <a:latin typeface="맑은 고딕"/>
              </a:rPr>
              <a:t>Prompt 탭 = 노드의 프롬프트 버전을 골라 실행 (관리 › 프롬프트에 노드가 있어야 나타남)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02336"/>
            <a:ext cx="11057839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>
                <a:solidFill>
                  <a:srgbClr val="E06B1B"/>
                </a:solidFill>
                <a:latin typeface="맑은 고딕"/>
              </a:rPr>
              <a:t>실행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03504"/>
            <a:ext cx="9777679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25292F"/>
                </a:solidFill>
                <a:latin typeface="맑은 고딕"/>
              </a:rPr>
              <a:t>실행 중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152144"/>
            <a:ext cx="566928" cy="41148"/>
          </a:xfrm>
          <a:prstGeom prst="rect">
            <a:avLst/>
          </a:prstGeom>
          <a:solidFill>
            <a:srgbClr val="E06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795967" y="731520"/>
            <a:ext cx="18288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1">
                <a:solidFill>
                  <a:srgbClr val="8A919B"/>
                </a:solidFill>
                <a:latin typeface="맑은 고딕"/>
              </a:rPr>
              <a:t>10 / 19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00800"/>
            <a:ext cx="5486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0">
                <a:solidFill>
                  <a:srgbClr val="8A919B"/>
                </a:solidFill>
                <a:latin typeface="맑은 고딕"/>
              </a:rPr>
              <a:t>TestX 사용 가이드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16635" y="1376172"/>
            <a:ext cx="11158423" cy="3139379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12700">
            <a:solidFill>
              <a:srgbClr val="DFE2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9" name="Picture 8" descr="15-run-progress__255_160_1310_36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426464"/>
            <a:ext cx="11057839" cy="3038795"/>
          </a:xfrm>
          <a:prstGeom prst="rect">
            <a:avLst/>
          </a:prstGeom>
        </p:spPr>
      </p:pic>
      <p:sp>
        <p:nvSpPr>
          <p:cNvPr id="10" name="Oval 9"/>
          <p:cNvSpPr/>
          <p:nvPr/>
        </p:nvSpPr>
        <p:spPr>
          <a:xfrm>
            <a:off x="6712047" y="1434905"/>
            <a:ext cx="776581" cy="430496"/>
          </a:xfrm>
          <a:prstGeom prst="ellipse">
            <a:avLst/>
          </a:prstGeom>
          <a:noFill/>
          <a:ln w="25400">
            <a:solidFill>
              <a:srgbClr val="E06B1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986038" y="1178873"/>
            <a:ext cx="228600" cy="228600"/>
          </a:xfrm>
          <a:prstGeom prst="ellipse">
            <a:avLst/>
          </a:prstGeom>
          <a:solidFill>
            <a:srgbClr val="E06B1B"/>
          </a:solidFill>
          <a:ln w="158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1</a:t>
            </a:r>
          </a:p>
        </p:txBody>
      </p:sp>
      <p:sp>
        <p:nvSpPr>
          <p:cNvPr id="12" name="Oval 11"/>
          <p:cNvSpPr/>
          <p:nvPr/>
        </p:nvSpPr>
        <p:spPr>
          <a:xfrm>
            <a:off x="7437982" y="1519316"/>
            <a:ext cx="607759" cy="270115"/>
          </a:xfrm>
          <a:prstGeom prst="ellipse">
            <a:avLst/>
          </a:prstGeom>
          <a:noFill/>
          <a:ln w="25400">
            <a:solidFill>
              <a:srgbClr val="E06B1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7627561" y="1263284"/>
            <a:ext cx="228600" cy="228600"/>
          </a:xfrm>
          <a:prstGeom prst="ellipse">
            <a:avLst/>
          </a:prstGeom>
          <a:solidFill>
            <a:srgbClr val="E06B1B"/>
          </a:solidFill>
          <a:ln w="158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2</a:t>
            </a:r>
          </a:p>
        </p:txBody>
      </p:sp>
      <p:sp>
        <p:nvSpPr>
          <p:cNvPr id="14" name="Oval 13"/>
          <p:cNvSpPr/>
          <p:nvPr/>
        </p:nvSpPr>
        <p:spPr>
          <a:xfrm>
            <a:off x="1191569" y="2490042"/>
            <a:ext cx="877874" cy="312320"/>
          </a:xfrm>
          <a:prstGeom prst="ellipse">
            <a:avLst/>
          </a:prstGeom>
          <a:noFill/>
          <a:ln w="25400">
            <a:solidFill>
              <a:srgbClr val="E06B1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516206" y="2234010"/>
            <a:ext cx="228600" cy="228600"/>
          </a:xfrm>
          <a:prstGeom prst="ellipse">
            <a:avLst/>
          </a:prstGeom>
          <a:solidFill>
            <a:srgbClr val="E06B1B"/>
          </a:solidFill>
          <a:ln w="158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3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01985" y="2895215"/>
            <a:ext cx="10787724" cy="303879"/>
          </a:xfrm>
          <a:prstGeom prst="roundRect">
            <a:avLst>
              <a:gd name="adj" fmla="val 12000"/>
            </a:avLst>
          </a:prstGeom>
          <a:noFill/>
          <a:ln w="25400">
            <a:solidFill>
              <a:srgbClr val="E06B1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587685" y="3084794"/>
            <a:ext cx="228600" cy="228600"/>
          </a:xfrm>
          <a:prstGeom prst="ellipse">
            <a:avLst/>
          </a:prstGeom>
          <a:solidFill>
            <a:srgbClr val="E06B1B"/>
          </a:solidFill>
          <a:ln w="158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4</a:t>
            </a:r>
          </a:p>
        </p:txBody>
      </p:sp>
      <p:sp>
        <p:nvSpPr>
          <p:cNvPr id="18" name="Oval 17"/>
          <p:cNvSpPr/>
          <p:nvPr/>
        </p:nvSpPr>
        <p:spPr>
          <a:xfrm>
            <a:off x="566928" y="4718304"/>
            <a:ext cx="246888" cy="246888"/>
          </a:xfrm>
          <a:prstGeom prst="ellipse">
            <a:avLst/>
          </a:prstGeom>
          <a:solidFill>
            <a:srgbClr val="E06B1B"/>
          </a:solidFill>
          <a:ln w="158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96112" y="4700016"/>
            <a:ext cx="2229535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25292F"/>
                </a:solidFill>
                <a:latin typeface="맑은 고딕"/>
              </a:rPr>
              <a:t>취소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96112" y="4928616"/>
            <a:ext cx="2229535" cy="5120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>
                <a:solidFill>
                  <a:srgbClr val="555C66"/>
                </a:solidFill>
                <a:latin typeface="맑은 고딕"/>
              </a:rPr>
              <a:t>돌리는 중엔 취소로 바뀜</a:t>
            </a:r>
          </a:p>
        </p:txBody>
      </p:sp>
      <p:sp>
        <p:nvSpPr>
          <p:cNvPr id="21" name="Oval 20"/>
          <p:cNvSpPr/>
          <p:nvPr/>
        </p:nvSpPr>
        <p:spPr>
          <a:xfrm>
            <a:off x="3399967" y="4718304"/>
            <a:ext cx="246888" cy="246888"/>
          </a:xfrm>
          <a:prstGeom prst="ellipse">
            <a:avLst/>
          </a:prstGeom>
          <a:solidFill>
            <a:srgbClr val="E06B1B"/>
          </a:solidFill>
          <a:ln w="158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729151" y="4700016"/>
            <a:ext cx="2229535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25292F"/>
                </a:solidFill>
                <a:latin typeface="맑은 고딕"/>
              </a:rPr>
              <a:t>running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729151" y="4928616"/>
            <a:ext cx="2229535" cy="5120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>
                <a:solidFill>
                  <a:srgbClr val="555C66"/>
                </a:solidFill>
                <a:latin typeface="맑은 고딕"/>
              </a:rPr>
              <a:t>끝나면 done</a:t>
            </a:r>
          </a:p>
        </p:txBody>
      </p:sp>
      <p:sp>
        <p:nvSpPr>
          <p:cNvPr id="24" name="Oval 23"/>
          <p:cNvSpPr/>
          <p:nvPr/>
        </p:nvSpPr>
        <p:spPr>
          <a:xfrm>
            <a:off x="6233007" y="4718304"/>
            <a:ext cx="246888" cy="246888"/>
          </a:xfrm>
          <a:prstGeom prst="ellipse">
            <a:avLst/>
          </a:prstGeom>
          <a:solidFill>
            <a:srgbClr val="E06B1B"/>
          </a:solidFill>
          <a:ln w="158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62191" y="4700016"/>
            <a:ext cx="2229535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25292F"/>
                </a:solidFill>
                <a:latin typeface="맑은 고딕"/>
              </a:rPr>
              <a:t>RUNNING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562191" y="4928616"/>
            <a:ext cx="2229535" cy="5120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>
                <a:solidFill>
                  <a:srgbClr val="555C66"/>
                </a:solidFill>
                <a:latin typeface="맑은 고딕"/>
              </a:rPr>
              <a:t>케이스 호출 중</a:t>
            </a:r>
          </a:p>
        </p:txBody>
      </p:sp>
      <p:sp>
        <p:nvSpPr>
          <p:cNvPr id="27" name="Oval 26"/>
          <p:cNvSpPr/>
          <p:nvPr/>
        </p:nvSpPr>
        <p:spPr>
          <a:xfrm>
            <a:off x="9066047" y="4718304"/>
            <a:ext cx="246888" cy="246888"/>
          </a:xfrm>
          <a:prstGeom prst="ellipse">
            <a:avLst/>
          </a:prstGeom>
          <a:solidFill>
            <a:srgbClr val="E06B1B"/>
          </a:solidFill>
          <a:ln w="158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395231" y="4700016"/>
            <a:ext cx="2229535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25292F"/>
                </a:solidFill>
                <a:latin typeface="맑은 고딕"/>
              </a:rPr>
              <a:t>진행 줄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395231" y="4928616"/>
            <a:ext cx="2229535" cy="5120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>
                <a:solidFill>
                  <a:srgbClr val="555C66"/>
                </a:solidFill>
                <a:latin typeface="맑은 고딕"/>
              </a:rPr>
              <a:t>답변 n / 전체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66928" y="5779008"/>
            <a:ext cx="11057839" cy="457200"/>
          </a:xfrm>
          <a:prstGeom prst="roundRect">
            <a:avLst>
              <a:gd name="adj" fmla="val 6000"/>
            </a:avLst>
          </a:prstGeom>
          <a:solidFill>
            <a:srgbClr val="FDF0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86968" y="5907024"/>
            <a:ext cx="1041775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B55310"/>
                </a:solidFill>
                <a:latin typeface="맑은 고딕"/>
              </a:rPr>
              <a:t>새로고침해도 실행은 안 끊깁니다 — 다시 들어오면 그대로 복구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02336"/>
            <a:ext cx="11057839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>
                <a:solidFill>
                  <a:srgbClr val="E06B1B"/>
                </a:solidFill>
                <a:latin typeface="맑은 고딕"/>
              </a:rPr>
              <a:t>결과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03504"/>
            <a:ext cx="9777679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25292F"/>
                </a:solidFill>
                <a:latin typeface="맑은 고딕"/>
              </a:rPr>
              <a:t>요약 보기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152144"/>
            <a:ext cx="566928" cy="41148"/>
          </a:xfrm>
          <a:prstGeom prst="rect">
            <a:avLst/>
          </a:prstGeom>
          <a:solidFill>
            <a:srgbClr val="E06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795967" y="731520"/>
            <a:ext cx="18288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1">
                <a:solidFill>
                  <a:srgbClr val="8A919B"/>
                </a:solidFill>
                <a:latin typeface="맑은 고딕"/>
              </a:rPr>
              <a:t>11 / 19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00800"/>
            <a:ext cx="5486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0">
                <a:solidFill>
                  <a:srgbClr val="8A919B"/>
                </a:solidFill>
                <a:latin typeface="맑은 고딕"/>
              </a:rPr>
              <a:t>TestX 사용 가이드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14402" y="1330452"/>
            <a:ext cx="10762889" cy="3803904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12700">
            <a:solidFill>
              <a:srgbClr val="DFE2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9" name="Picture 8" descr="50-mock-single__255_85_1310_45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4694" y="1380744"/>
            <a:ext cx="10662305" cy="3703320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764694" y="1405161"/>
            <a:ext cx="1741781" cy="992978"/>
          </a:xfrm>
          <a:prstGeom prst="roundRect">
            <a:avLst>
              <a:gd name="adj" fmla="val 12000"/>
            </a:avLst>
          </a:prstGeom>
          <a:noFill/>
          <a:ln w="25400">
            <a:solidFill>
              <a:srgbClr val="E06B1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50394" y="1290861"/>
            <a:ext cx="228600" cy="228600"/>
          </a:xfrm>
          <a:prstGeom prst="ellipse">
            <a:avLst/>
          </a:prstGeom>
          <a:solidFill>
            <a:srgbClr val="E06B1B"/>
          </a:solidFill>
          <a:ln w="158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1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539032" y="1405161"/>
            <a:ext cx="1774337" cy="992978"/>
          </a:xfrm>
          <a:prstGeom prst="roundRect">
            <a:avLst>
              <a:gd name="adj" fmla="val 12000"/>
            </a:avLst>
          </a:prstGeom>
          <a:noFill/>
          <a:ln w="25400">
            <a:solidFill>
              <a:srgbClr val="E06B1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4199070" y="1290861"/>
            <a:ext cx="228600" cy="228600"/>
          </a:xfrm>
          <a:prstGeom prst="ellipse">
            <a:avLst/>
          </a:prstGeom>
          <a:solidFill>
            <a:srgbClr val="E06B1B"/>
          </a:solidFill>
          <a:ln w="158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2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29807" y="2446974"/>
            <a:ext cx="10499522" cy="325566"/>
          </a:xfrm>
          <a:prstGeom prst="roundRect">
            <a:avLst>
              <a:gd name="adj" fmla="val 12000"/>
            </a:avLst>
          </a:prstGeom>
          <a:noFill/>
          <a:ln w="25400">
            <a:solidFill>
              <a:srgbClr val="E06B1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573775" y="2495457"/>
            <a:ext cx="228600" cy="228600"/>
          </a:xfrm>
          <a:prstGeom prst="ellipse">
            <a:avLst/>
          </a:prstGeom>
          <a:solidFill>
            <a:srgbClr val="E06B1B"/>
          </a:solidFill>
          <a:ln w="158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3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215700" y="2984159"/>
            <a:ext cx="2262687" cy="1920842"/>
          </a:xfrm>
          <a:prstGeom prst="roundRect">
            <a:avLst>
              <a:gd name="adj" fmla="val 12000"/>
            </a:avLst>
          </a:prstGeom>
          <a:noFill/>
          <a:ln w="25400">
            <a:solidFill>
              <a:srgbClr val="E06B1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4101400" y="4790702"/>
            <a:ext cx="228600" cy="228600"/>
          </a:xfrm>
          <a:prstGeom prst="ellipse">
            <a:avLst/>
          </a:prstGeom>
          <a:solidFill>
            <a:srgbClr val="E06B1B"/>
          </a:solidFill>
          <a:ln w="158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4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796933" y="2951602"/>
            <a:ext cx="732524" cy="1953399"/>
          </a:xfrm>
          <a:prstGeom prst="roundRect">
            <a:avLst>
              <a:gd name="adj" fmla="val 12000"/>
            </a:avLst>
          </a:prstGeom>
          <a:noFill/>
          <a:ln w="25400">
            <a:solidFill>
              <a:srgbClr val="E06B1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8415157" y="4790702"/>
            <a:ext cx="228600" cy="228600"/>
          </a:xfrm>
          <a:prstGeom prst="ellipse">
            <a:avLst/>
          </a:prstGeom>
          <a:solidFill>
            <a:srgbClr val="E06B1B"/>
          </a:solidFill>
          <a:ln w="158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5</a:t>
            </a:r>
          </a:p>
        </p:txBody>
      </p:sp>
      <p:sp>
        <p:nvSpPr>
          <p:cNvPr id="20" name="Oval 19"/>
          <p:cNvSpPr/>
          <p:nvPr/>
        </p:nvSpPr>
        <p:spPr>
          <a:xfrm>
            <a:off x="566928" y="5340096"/>
            <a:ext cx="246888" cy="246888"/>
          </a:xfrm>
          <a:prstGeom prst="ellipse">
            <a:avLst/>
          </a:prstGeom>
          <a:solidFill>
            <a:srgbClr val="E06B1B"/>
          </a:solidFill>
          <a:ln w="158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1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96112" y="5321808"/>
            <a:ext cx="1662927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25292F"/>
                </a:solidFill>
                <a:latin typeface="맑은 고딕"/>
              </a:rPr>
              <a:t>RAGAS Mean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96112" y="5550408"/>
            <a:ext cx="1662927" cy="5120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>
                <a:solidFill>
                  <a:srgbClr val="555C66"/>
                </a:solidFill>
                <a:latin typeface="맑은 고딕"/>
              </a:rPr>
              <a:t>LLM 채점 평균 (0~1)</a:t>
            </a:r>
          </a:p>
        </p:txBody>
      </p:sp>
      <p:sp>
        <p:nvSpPr>
          <p:cNvPr id="23" name="Oval 22"/>
          <p:cNvSpPr/>
          <p:nvPr/>
        </p:nvSpPr>
        <p:spPr>
          <a:xfrm>
            <a:off x="2833359" y="5340096"/>
            <a:ext cx="246888" cy="246888"/>
          </a:xfrm>
          <a:prstGeom prst="ellipse">
            <a:avLst/>
          </a:prstGeom>
          <a:solidFill>
            <a:srgbClr val="E06B1B"/>
          </a:solidFill>
          <a:ln w="158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162543" y="5321808"/>
            <a:ext cx="1662927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25292F"/>
                </a:solidFill>
                <a:latin typeface="맑은 고딕"/>
              </a:rPr>
              <a:t>Action Test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162543" y="5550408"/>
            <a:ext cx="1662927" cy="5120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>
                <a:solidFill>
                  <a:srgbClr val="555C66"/>
                </a:solidFill>
                <a:latin typeface="맑은 고딕"/>
              </a:rPr>
              <a:t>정답과 같은 케이스 수</a:t>
            </a:r>
          </a:p>
        </p:txBody>
      </p:sp>
      <p:sp>
        <p:nvSpPr>
          <p:cNvPr id="26" name="Oval 25"/>
          <p:cNvSpPr/>
          <p:nvPr/>
        </p:nvSpPr>
        <p:spPr>
          <a:xfrm>
            <a:off x="5099791" y="5340096"/>
            <a:ext cx="246888" cy="246888"/>
          </a:xfrm>
          <a:prstGeom prst="ellipse">
            <a:avLst/>
          </a:prstGeom>
          <a:solidFill>
            <a:srgbClr val="E06B1B"/>
          </a:solidFill>
          <a:ln w="158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428975" y="5321808"/>
            <a:ext cx="1662927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25292F"/>
                </a:solidFill>
                <a:latin typeface="맑은 고딕"/>
              </a:rPr>
              <a:t>키별 집계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428975" y="5550408"/>
            <a:ext cx="1662927" cy="5120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>
                <a:solidFill>
                  <a:srgbClr val="555C66"/>
                </a:solidFill>
                <a:latin typeface="맑은 고딕"/>
              </a:rPr>
              <a:t>어떤 키가 자주 깨지나</a:t>
            </a:r>
          </a:p>
        </p:txBody>
      </p:sp>
      <p:sp>
        <p:nvSpPr>
          <p:cNvPr id="29" name="Oval 28"/>
          <p:cNvSpPr/>
          <p:nvPr/>
        </p:nvSpPr>
        <p:spPr>
          <a:xfrm>
            <a:off x="7366223" y="5340096"/>
            <a:ext cx="246888" cy="246888"/>
          </a:xfrm>
          <a:prstGeom prst="ellipse">
            <a:avLst/>
          </a:prstGeom>
          <a:solidFill>
            <a:srgbClr val="E06B1B"/>
          </a:solidFill>
          <a:ln w="158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695407" y="5321808"/>
            <a:ext cx="1662927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25292F"/>
                </a:solidFill>
                <a:latin typeface="맑은 고딕"/>
              </a:rPr>
              <a:t>실패율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695407" y="5550408"/>
            <a:ext cx="1662927" cy="5120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>
                <a:solidFill>
                  <a:srgbClr val="555C66"/>
                </a:solidFill>
                <a:latin typeface="맑은 고딕"/>
              </a:rPr>
              <a:t>길수록 자주 깨짐</a:t>
            </a:r>
          </a:p>
        </p:txBody>
      </p:sp>
      <p:sp>
        <p:nvSpPr>
          <p:cNvPr id="32" name="Oval 31"/>
          <p:cNvSpPr/>
          <p:nvPr/>
        </p:nvSpPr>
        <p:spPr>
          <a:xfrm>
            <a:off x="9632655" y="5340096"/>
            <a:ext cx="246888" cy="246888"/>
          </a:xfrm>
          <a:prstGeom prst="ellipse">
            <a:avLst/>
          </a:prstGeom>
          <a:solidFill>
            <a:srgbClr val="E06B1B"/>
          </a:solidFill>
          <a:ln w="158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961839" y="5321808"/>
            <a:ext cx="1662927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25292F"/>
                </a:solidFill>
                <a:latin typeface="맑은 고딕"/>
              </a:rPr>
              <a:t>유형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961839" y="5550408"/>
            <a:ext cx="1662927" cy="5120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>
                <a:solidFill>
                  <a:srgbClr val="555C66"/>
                </a:solidFill>
                <a:latin typeface="맑은 고딕"/>
              </a:rPr>
              <a:t>값 · 타입 · 누락 · 추가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02336"/>
            <a:ext cx="11057839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>
                <a:solidFill>
                  <a:srgbClr val="E06B1B"/>
                </a:solidFill>
                <a:latin typeface="맑은 고딕"/>
              </a:rPr>
              <a:t>결과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03504"/>
            <a:ext cx="9777679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25292F"/>
                </a:solidFill>
                <a:latin typeface="맑은 고딕"/>
              </a:rPr>
              <a:t>키별 판정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152144"/>
            <a:ext cx="566928" cy="41148"/>
          </a:xfrm>
          <a:prstGeom prst="rect">
            <a:avLst/>
          </a:prstGeom>
          <a:solidFill>
            <a:srgbClr val="E06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795967" y="731520"/>
            <a:ext cx="18288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1">
                <a:solidFill>
                  <a:srgbClr val="8A919B"/>
                </a:solidFill>
                <a:latin typeface="맑은 고딕"/>
              </a:rPr>
              <a:t>12 / 19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00800"/>
            <a:ext cx="5486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0">
                <a:solidFill>
                  <a:srgbClr val="8A919B"/>
                </a:solidFill>
                <a:latin typeface="맑은 고딕"/>
              </a:rPr>
              <a:t>TestX 사용 가이드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16635" y="1330452"/>
            <a:ext cx="11158423" cy="3964057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12700">
            <a:solidFill>
              <a:srgbClr val="DFE2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9" name="Picture 8" descr="51b-mock-keydiff__310_2_1225_42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380744"/>
            <a:ext cx="11057839" cy="3863473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3157621" y="1398797"/>
            <a:ext cx="2166433" cy="361072"/>
          </a:xfrm>
          <a:prstGeom prst="roundRect">
            <a:avLst>
              <a:gd name="adj" fmla="val 12000"/>
            </a:avLst>
          </a:prstGeom>
          <a:noFill/>
          <a:ln w="25400">
            <a:solidFill>
              <a:srgbClr val="E06B1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4126538" y="1142765"/>
            <a:ext cx="228600" cy="228600"/>
          </a:xfrm>
          <a:prstGeom prst="ellipse">
            <a:avLst/>
          </a:prstGeom>
          <a:solidFill>
            <a:srgbClr val="E06B1B"/>
          </a:solidFill>
          <a:ln w="158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1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2062" y="1723762"/>
            <a:ext cx="10940490" cy="361072"/>
          </a:xfrm>
          <a:prstGeom prst="roundRect">
            <a:avLst>
              <a:gd name="adj" fmla="val 12000"/>
            </a:avLst>
          </a:prstGeom>
          <a:noFill/>
          <a:ln w="25400">
            <a:solidFill>
              <a:srgbClr val="E06B1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356030" y="1789998"/>
            <a:ext cx="228600" cy="228600"/>
          </a:xfrm>
          <a:prstGeom prst="ellipse">
            <a:avLst/>
          </a:prstGeom>
          <a:solidFill>
            <a:srgbClr val="E06B1B"/>
          </a:solidFill>
          <a:ln w="158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2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2062" y="2229263"/>
            <a:ext cx="10940490" cy="379125"/>
          </a:xfrm>
          <a:prstGeom prst="roundRect">
            <a:avLst>
              <a:gd name="adj" fmla="val 12000"/>
            </a:avLst>
          </a:prstGeom>
          <a:noFill/>
          <a:ln w="25400">
            <a:solidFill>
              <a:srgbClr val="E06B1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356030" y="2304526"/>
            <a:ext cx="228600" cy="228600"/>
          </a:xfrm>
          <a:prstGeom prst="ellipse">
            <a:avLst/>
          </a:prstGeom>
          <a:solidFill>
            <a:srgbClr val="E06B1B"/>
          </a:solidFill>
          <a:ln w="158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3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2062" y="3077783"/>
            <a:ext cx="10940490" cy="686037"/>
          </a:xfrm>
          <a:prstGeom prst="roundRect">
            <a:avLst>
              <a:gd name="adj" fmla="val 12000"/>
            </a:avLst>
          </a:prstGeom>
          <a:noFill/>
          <a:ln w="25400">
            <a:solidFill>
              <a:srgbClr val="E06B1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356030" y="3306502"/>
            <a:ext cx="228600" cy="228600"/>
          </a:xfrm>
          <a:prstGeom prst="ellipse">
            <a:avLst/>
          </a:prstGeom>
          <a:solidFill>
            <a:srgbClr val="E06B1B"/>
          </a:solidFill>
          <a:ln w="158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4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2062" y="4828984"/>
            <a:ext cx="10940490" cy="361072"/>
          </a:xfrm>
          <a:prstGeom prst="roundRect">
            <a:avLst>
              <a:gd name="adj" fmla="val 12000"/>
            </a:avLst>
          </a:prstGeom>
          <a:noFill/>
          <a:ln w="25400">
            <a:solidFill>
              <a:srgbClr val="E06B1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356030" y="4895220"/>
            <a:ext cx="228600" cy="228600"/>
          </a:xfrm>
          <a:prstGeom prst="ellipse">
            <a:avLst/>
          </a:prstGeom>
          <a:solidFill>
            <a:srgbClr val="E06B1B"/>
          </a:solidFill>
          <a:ln w="158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5</a:t>
            </a:r>
          </a:p>
        </p:txBody>
      </p:sp>
      <p:sp>
        <p:nvSpPr>
          <p:cNvPr id="20" name="Oval 19"/>
          <p:cNvSpPr/>
          <p:nvPr/>
        </p:nvSpPr>
        <p:spPr>
          <a:xfrm>
            <a:off x="566928" y="5522976"/>
            <a:ext cx="246888" cy="246888"/>
          </a:xfrm>
          <a:prstGeom prst="ellipse">
            <a:avLst/>
          </a:prstGeom>
          <a:solidFill>
            <a:srgbClr val="E06B1B"/>
          </a:solidFill>
          <a:ln w="158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1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96112" y="5504688"/>
            <a:ext cx="1662927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25292F"/>
                </a:solidFill>
                <a:latin typeface="맑은 고딕"/>
              </a:rPr>
              <a:t>걸러 보기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96112" y="5733288"/>
            <a:ext cx="1662927" cy="5120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>
                <a:solidFill>
                  <a:srgbClr val="555C66"/>
                </a:solidFill>
                <a:latin typeface="맑은 고딕"/>
              </a:rPr>
              <a:t>어긋난 키만 남기기</a:t>
            </a:r>
          </a:p>
        </p:txBody>
      </p:sp>
      <p:sp>
        <p:nvSpPr>
          <p:cNvPr id="23" name="Oval 22"/>
          <p:cNvSpPr/>
          <p:nvPr/>
        </p:nvSpPr>
        <p:spPr>
          <a:xfrm>
            <a:off x="2833359" y="5522976"/>
            <a:ext cx="246888" cy="246888"/>
          </a:xfrm>
          <a:prstGeom prst="ellipse">
            <a:avLst/>
          </a:prstGeom>
          <a:solidFill>
            <a:srgbClr val="E06B1B"/>
          </a:solidFill>
          <a:ln w="158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162543" y="5504688"/>
            <a:ext cx="1662927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25292F"/>
                </a:solidFill>
                <a:latin typeface="맑은 고딕"/>
              </a:rPr>
              <a:t>기대값 / 실제값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162543" y="5733288"/>
            <a:ext cx="1662927" cy="5120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>
                <a:solidFill>
                  <a:srgbClr val="555C66"/>
                </a:solidFill>
                <a:latin typeface="맑은 고딕"/>
              </a:rPr>
              <a:t>같으면 = 로 접힘</a:t>
            </a:r>
          </a:p>
        </p:txBody>
      </p:sp>
      <p:sp>
        <p:nvSpPr>
          <p:cNvPr id="26" name="Oval 25"/>
          <p:cNvSpPr/>
          <p:nvPr/>
        </p:nvSpPr>
        <p:spPr>
          <a:xfrm>
            <a:off x="5099791" y="5522976"/>
            <a:ext cx="246888" cy="246888"/>
          </a:xfrm>
          <a:prstGeom prst="ellipse">
            <a:avLst/>
          </a:prstGeom>
          <a:solidFill>
            <a:srgbClr val="E06B1B"/>
          </a:solidFill>
          <a:ln w="158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428975" y="5504688"/>
            <a:ext cx="1662927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25292F"/>
                </a:solidFill>
                <a:latin typeface="맑은 고딕"/>
              </a:rPr>
              <a:t>누락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428975" y="5733288"/>
            <a:ext cx="1662927" cy="5120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>
                <a:solidFill>
                  <a:srgbClr val="555C66"/>
                </a:solidFill>
                <a:latin typeface="맑은 고딕"/>
              </a:rPr>
              <a:t>응답에 없음</a:t>
            </a:r>
          </a:p>
        </p:txBody>
      </p:sp>
      <p:sp>
        <p:nvSpPr>
          <p:cNvPr id="29" name="Oval 28"/>
          <p:cNvSpPr/>
          <p:nvPr/>
        </p:nvSpPr>
        <p:spPr>
          <a:xfrm>
            <a:off x="7366223" y="5522976"/>
            <a:ext cx="246888" cy="246888"/>
          </a:xfrm>
          <a:prstGeom prst="ellipse">
            <a:avLst/>
          </a:prstGeom>
          <a:solidFill>
            <a:srgbClr val="E06B1B"/>
          </a:solidFill>
          <a:ln w="158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695407" y="5504688"/>
            <a:ext cx="1662927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25292F"/>
                </a:solidFill>
                <a:latin typeface="맑은 고딕"/>
              </a:rPr>
              <a:t>타입 · 값 다름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695407" y="5733288"/>
            <a:ext cx="1662927" cy="5120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>
                <a:solidFill>
                  <a:srgbClr val="555C66"/>
                </a:solidFill>
                <a:latin typeface="맑은 고딕"/>
              </a:rPr>
              <a:t>4 vs "4", 15:00 vs 14:00</a:t>
            </a:r>
          </a:p>
        </p:txBody>
      </p:sp>
      <p:sp>
        <p:nvSpPr>
          <p:cNvPr id="32" name="Oval 31"/>
          <p:cNvSpPr/>
          <p:nvPr/>
        </p:nvSpPr>
        <p:spPr>
          <a:xfrm>
            <a:off x="9632655" y="5522976"/>
            <a:ext cx="246888" cy="246888"/>
          </a:xfrm>
          <a:prstGeom prst="ellipse">
            <a:avLst/>
          </a:prstGeom>
          <a:solidFill>
            <a:srgbClr val="E06B1B"/>
          </a:solidFill>
          <a:ln w="158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961839" y="5504688"/>
            <a:ext cx="1662927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25292F"/>
                </a:solidFill>
                <a:latin typeface="맑은 고딕"/>
              </a:rPr>
              <a:t>추가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961839" y="5733288"/>
            <a:ext cx="1662927" cy="5120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>
                <a:solidFill>
                  <a:srgbClr val="555C66"/>
                </a:solidFill>
                <a:latin typeface="맑은 고딕"/>
              </a:rPr>
              <a:t>묻지 않은 키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02336"/>
            <a:ext cx="11057839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>
                <a:solidFill>
                  <a:srgbClr val="E06B1B"/>
                </a:solidFill>
                <a:latin typeface="맑은 고딕"/>
              </a:rPr>
              <a:t>결과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03504"/>
            <a:ext cx="9777679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25292F"/>
                </a:solidFill>
                <a:latin typeface="맑은 고딕"/>
              </a:rPr>
              <a:t>재테스트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152144"/>
            <a:ext cx="566928" cy="41148"/>
          </a:xfrm>
          <a:prstGeom prst="rect">
            <a:avLst/>
          </a:prstGeom>
          <a:solidFill>
            <a:srgbClr val="E06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795967" y="731520"/>
            <a:ext cx="18288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1">
                <a:solidFill>
                  <a:srgbClr val="8A919B"/>
                </a:solidFill>
                <a:latin typeface="맑은 고딕"/>
              </a:rPr>
              <a:t>13 / 19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00800"/>
            <a:ext cx="5486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0">
                <a:solidFill>
                  <a:srgbClr val="8A919B"/>
                </a:solidFill>
                <a:latin typeface="맑은 고딕"/>
              </a:rPr>
              <a:t>TestX 사용 가이드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16635" y="1559052"/>
            <a:ext cx="11158423" cy="2700442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12700">
            <a:solidFill>
              <a:srgbClr val="DFE2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9" name="Picture 8" descr="50-mock-single__255_522_1310_30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609344"/>
            <a:ext cx="11057839" cy="2599858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820160" y="2293072"/>
            <a:ext cx="337643" cy="1890806"/>
          </a:xfrm>
          <a:prstGeom prst="roundRect">
            <a:avLst>
              <a:gd name="adj" fmla="val 12000"/>
            </a:avLst>
          </a:prstGeom>
          <a:noFill/>
          <a:ln w="25400">
            <a:solidFill>
              <a:srgbClr val="E06B1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564128" y="3124176"/>
            <a:ext cx="228600" cy="228600"/>
          </a:xfrm>
          <a:prstGeom prst="ellipse">
            <a:avLst/>
          </a:prstGeom>
          <a:solidFill>
            <a:srgbClr val="E06B1B"/>
          </a:solidFill>
          <a:ln w="158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1</a:t>
            </a:r>
          </a:p>
        </p:txBody>
      </p:sp>
      <p:sp>
        <p:nvSpPr>
          <p:cNvPr id="12" name="Oval 11"/>
          <p:cNvSpPr/>
          <p:nvPr/>
        </p:nvSpPr>
        <p:spPr>
          <a:xfrm>
            <a:off x="9092437" y="1803489"/>
            <a:ext cx="1131107" cy="320761"/>
          </a:xfrm>
          <a:prstGeom prst="ellipse">
            <a:avLst/>
          </a:prstGeom>
          <a:noFill/>
          <a:ln w="25400">
            <a:solidFill>
              <a:srgbClr val="E06B1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9543691" y="1547457"/>
            <a:ext cx="228600" cy="228600"/>
          </a:xfrm>
          <a:prstGeom prst="ellipse">
            <a:avLst/>
          </a:prstGeom>
          <a:solidFill>
            <a:srgbClr val="E06B1B"/>
          </a:solidFill>
          <a:ln w="158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2</a:t>
            </a:r>
          </a:p>
        </p:txBody>
      </p:sp>
      <p:sp>
        <p:nvSpPr>
          <p:cNvPr id="14" name="Oval 13"/>
          <p:cNvSpPr/>
          <p:nvPr/>
        </p:nvSpPr>
        <p:spPr>
          <a:xfrm>
            <a:off x="10206662" y="1803489"/>
            <a:ext cx="1299929" cy="320761"/>
          </a:xfrm>
          <a:prstGeom prst="ellipse">
            <a:avLst/>
          </a:prstGeom>
          <a:noFill/>
          <a:ln w="25400">
            <a:solidFill>
              <a:srgbClr val="E06B1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0742327" y="1547457"/>
            <a:ext cx="228600" cy="228600"/>
          </a:xfrm>
          <a:prstGeom prst="ellipse">
            <a:avLst/>
          </a:prstGeom>
          <a:solidFill>
            <a:srgbClr val="E06B1B"/>
          </a:solidFill>
          <a:ln w="158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3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661401" y="1786607"/>
            <a:ext cx="2312861" cy="354526"/>
          </a:xfrm>
          <a:prstGeom prst="roundRect">
            <a:avLst>
              <a:gd name="adj" fmla="val 12000"/>
            </a:avLst>
          </a:prstGeom>
          <a:noFill/>
          <a:ln w="25400">
            <a:solidFill>
              <a:srgbClr val="E06B1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7703531" y="1530575"/>
            <a:ext cx="228600" cy="228600"/>
          </a:xfrm>
          <a:prstGeom prst="ellipse">
            <a:avLst/>
          </a:prstGeom>
          <a:solidFill>
            <a:srgbClr val="E06B1B"/>
          </a:solidFill>
          <a:ln w="158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4</a:t>
            </a:r>
          </a:p>
        </p:txBody>
      </p:sp>
      <p:sp>
        <p:nvSpPr>
          <p:cNvPr id="18" name="Oval 17"/>
          <p:cNvSpPr/>
          <p:nvPr/>
        </p:nvSpPr>
        <p:spPr>
          <a:xfrm>
            <a:off x="10763775" y="2343719"/>
            <a:ext cx="607759" cy="286997"/>
          </a:xfrm>
          <a:prstGeom prst="ellipse">
            <a:avLst/>
          </a:prstGeom>
          <a:noFill/>
          <a:ln w="25400">
            <a:solidFill>
              <a:srgbClr val="E06B1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1398966" y="2372918"/>
            <a:ext cx="228600" cy="228600"/>
          </a:xfrm>
          <a:prstGeom prst="ellipse">
            <a:avLst/>
          </a:prstGeom>
          <a:solidFill>
            <a:srgbClr val="E06B1B"/>
          </a:solidFill>
          <a:ln w="158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5</a:t>
            </a:r>
          </a:p>
        </p:txBody>
      </p:sp>
      <p:sp>
        <p:nvSpPr>
          <p:cNvPr id="20" name="Oval 19"/>
          <p:cNvSpPr/>
          <p:nvPr/>
        </p:nvSpPr>
        <p:spPr>
          <a:xfrm>
            <a:off x="566928" y="4443983"/>
            <a:ext cx="246888" cy="246888"/>
          </a:xfrm>
          <a:prstGeom prst="ellipse">
            <a:avLst/>
          </a:prstGeom>
          <a:solidFill>
            <a:srgbClr val="E06B1B"/>
          </a:solidFill>
          <a:ln w="158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1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96112" y="4425696"/>
            <a:ext cx="1662927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25292F"/>
                </a:solidFill>
                <a:latin typeface="맑은 고딕"/>
              </a:rPr>
              <a:t>체크박스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96112" y="4654296"/>
            <a:ext cx="1662927" cy="5120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>
                <a:solidFill>
                  <a:srgbClr val="555C66"/>
                </a:solidFill>
                <a:latin typeface="맑은 고딕"/>
              </a:rPr>
              <a:t>다시 돌릴 케이스 고르기</a:t>
            </a:r>
          </a:p>
        </p:txBody>
      </p:sp>
      <p:sp>
        <p:nvSpPr>
          <p:cNvPr id="23" name="Oval 22"/>
          <p:cNvSpPr/>
          <p:nvPr/>
        </p:nvSpPr>
        <p:spPr>
          <a:xfrm>
            <a:off x="2833359" y="4443983"/>
            <a:ext cx="246888" cy="246888"/>
          </a:xfrm>
          <a:prstGeom prst="ellipse">
            <a:avLst/>
          </a:prstGeom>
          <a:solidFill>
            <a:srgbClr val="E06B1B"/>
          </a:solidFill>
          <a:ln w="158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162543" y="4425696"/>
            <a:ext cx="1662927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25292F"/>
                </a:solidFill>
                <a:latin typeface="맑은 고딕"/>
              </a:rPr>
              <a:t>선택 재테스트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162543" y="4654296"/>
            <a:ext cx="1662927" cy="5120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>
                <a:solidFill>
                  <a:srgbClr val="555C66"/>
                </a:solidFill>
                <a:latin typeface="맑은 고딕"/>
              </a:rPr>
              <a:t>체크한 케이스만 다시</a:t>
            </a:r>
          </a:p>
        </p:txBody>
      </p:sp>
      <p:sp>
        <p:nvSpPr>
          <p:cNvPr id="26" name="Oval 25"/>
          <p:cNvSpPr/>
          <p:nvPr/>
        </p:nvSpPr>
        <p:spPr>
          <a:xfrm>
            <a:off x="5099791" y="4443983"/>
            <a:ext cx="246888" cy="246888"/>
          </a:xfrm>
          <a:prstGeom prst="ellipse">
            <a:avLst/>
          </a:prstGeom>
          <a:solidFill>
            <a:srgbClr val="E06B1B"/>
          </a:solidFill>
          <a:ln w="158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428975" y="4425696"/>
            <a:ext cx="1662927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25292F"/>
                </a:solidFill>
                <a:latin typeface="맑은 고딕"/>
              </a:rPr>
              <a:t>불일치 재테스트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428975" y="4654296"/>
            <a:ext cx="1662927" cy="5120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>
                <a:solidFill>
                  <a:srgbClr val="555C66"/>
                </a:solidFill>
                <a:latin typeface="맑은 고딕"/>
              </a:rPr>
              <a:t>틀린 케이스만 다시</a:t>
            </a:r>
          </a:p>
        </p:txBody>
      </p:sp>
      <p:sp>
        <p:nvSpPr>
          <p:cNvPr id="29" name="Oval 28"/>
          <p:cNvSpPr/>
          <p:nvPr/>
        </p:nvSpPr>
        <p:spPr>
          <a:xfrm>
            <a:off x="7366223" y="4443983"/>
            <a:ext cx="246888" cy="246888"/>
          </a:xfrm>
          <a:prstGeom prst="ellipse">
            <a:avLst/>
          </a:prstGeom>
          <a:solidFill>
            <a:srgbClr val="E06B1B"/>
          </a:solidFill>
          <a:ln w="158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695407" y="4425696"/>
            <a:ext cx="1662927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25292F"/>
                </a:solidFill>
                <a:latin typeface="맑은 고딕"/>
              </a:rPr>
              <a:t>실행 정보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695407" y="4654296"/>
            <a:ext cx="1662927" cy="5120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>
                <a:solidFill>
                  <a:srgbClr val="555C66"/>
                </a:solidFill>
                <a:latin typeface="맑은 고딕"/>
              </a:rPr>
              <a:t>소요 · 엔진 · 케이스 수</a:t>
            </a:r>
          </a:p>
        </p:txBody>
      </p:sp>
      <p:sp>
        <p:nvSpPr>
          <p:cNvPr id="32" name="Oval 31"/>
          <p:cNvSpPr/>
          <p:nvPr/>
        </p:nvSpPr>
        <p:spPr>
          <a:xfrm>
            <a:off x="9632655" y="4443983"/>
            <a:ext cx="246888" cy="246888"/>
          </a:xfrm>
          <a:prstGeom prst="ellipse">
            <a:avLst/>
          </a:prstGeom>
          <a:solidFill>
            <a:srgbClr val="E06B1B"/>
          </a:solidFill>
          <a:ln w="158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961839" y="4425696"/>
            <a:ext cx="1662927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25292F"/>
                </a:solidFill>
                <a:latin typeface="맑은 고딕"/>
              </a:rPr>
              <a:t>모두 펼치기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961839" y="4654296"/>
            <a:ext cx="1662927" cy="5120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>
                <a:solidFill>
                  <a:srgbClr val="555C66"/>
                </a:solidFill>
                <a:latin typeface="맑은 고딕"/>
              </a:rPr>
              <a:t>전체를 한 번에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566928" y="5760720"/>
            <a:ext cx="11057839" cy="457200"/>
          </a:xfrm>
          <a:prstGeom prst="roundRect">
            <a:avLst>
              <a:gd name="adj" fmla="val 6000"/>
            </a:avLst>
          </a:prstGeom>
          <a:solidFill>
            <a:srgbClr val="FDF0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86968" y="5888736"/>
            <a:ext cx="1041775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B55310"/>
                </a:solidFill>
                <a:latin typeface="맑은 고딕"/>
              </a:rPr>
              <a:t>고친 뒤 전체를 다시 돌리지 말고, 틀린 것만 다시 — 같은 실행에 이어서 기록됩니다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02336"/>
            <a:ext cx="11057839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>
                <a:solidFill>
                  <a:srgbClr val="E06B1B"/>
                </a:solidFill>
                <a:latin typeface="맑은 고딕"/>
              </a:rPr>
              <a:t>비교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03504"/>
            <a:ext cx="9777679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25292F"/>
                </a:solidFill>
                <a:latin typeface="맑은 고딕"/>
              </a:rPr>
              <a:t>A · B 비교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152144"/>
            <a:ext cx="566928" cy="41148"/>
          </a:xfrm>
          <a:prstGeom prst="rect">
            <a:avLst/>
          </a:prstGeom>
          <a:solidFill>
            <a:srgbClr val="E06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795967" y="731520"/>
            <a:ext cx="18288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1">
                <a:solidFill>
                  <a:srgbClr val="8A919B"/>
                </a:solidFill>
                <a:latin typeface="맑은 고딕"/>
              </a:rPr>
              <a:t>14 / 19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00800"/>
            <a:ext cx="5486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0">
                <a:solidFill>
                  <a:srgbClr val="8A919B"/>
                </a:solidFill>
                <a:latin typeface="맑은 고딕"/>
              </a:rPr>
              <a:t>TestX 사용 가이드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16635" y="1421892"/>
            <a:ext cx="11158423" cy="1915420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12700">
            <a:solidFill>
              <a:srgbClr val="DFE2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9" name="Picture 8" descr="22-compare-setup__255_75_1310_21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472184"/>
            <a:ext cx="11057839" cy="1814836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980541" y="1708534"/>
            <a:ext cx="2000540" cy="388290"/>
          </a:xfrm>
          <a:prstGeom prst="roundRect">
            <a:avLst>
              <a:gd name="adj" fmla="val 12000"/>
            </a:avLst>
          </a:prstGeom>
          <a:noFill/>
          <a:ln w="25400">
            <a:solidFill>
              <a:srgbClr val="E06B1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866512" y="1452502"/>
            <a:ext cx="228600" cy="228600"/>
          </a:xfrm>
          <a:prstGeom prst="ellipse">
            <a:avLst/>
          </a:prstGeom>
          <a:solidFill>
            <a:srgbClr val="E06B1B"/>
          </a:solidFill>
          <a:ln w="158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1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284961" y="1708534"/>
            <a:ext cx="1721984" cy="388290"/>
          </a:xfrm>
          <a:prstGeom prst="roundRect">
            <a:avLst>
              <a:gd name="adj" fmla="val 12000"/>
            </a:avLst>
          </a:prstGeom>
          <a:noFill/>
          <a:ln w="25400">
            <a:solidFill>
              <a:srgbClr val="E06B1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4031653" y="1452502"/>
            <a:ext cx="228600" cy="228600"/>
          </a:xfrm>
          <a:prstGeom prst="ellipse">
            <a:avLst/>
          </a:prstGeom>
          <a:solidFill>
            <a:srgbClr val="E06B1B"/>
          </a:solidFill>
          <a:ln w="158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2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192650" y="1708534"/>
            <a:ext cx="1721984" cy="388290"/>
          </a:xfrm>
          <a:prstGeom prst="roundRect">
            <a:avLst>
              <a:gd name="adj" fmla="val 12000"/>
            </a:avLst>
          </a:prstGeom>
          <a:noFill/>
          <a:ln w="25400">
            <a:solidFill>
              <a:srgbClr val="E06B1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5939342" y="1452502"/>
            <a:ext cx="228600" cy="228600"/>
          </a:xfrm>
          <a:prstGeom prst="ellipse">
            <a:avLst/>
          </a:prstGeom>
          <a:solidFill>
            <a:srgbClr val="E06B1B"/>
          </a:solidFill>
          <a:ln w="158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3</a:t>
            </a:r>
          </a:p>
        </p:txBody>
      </p:sp>
      <p:sp>
        <p:nvSpPr>
          <p:cNvPr id="16" name="Oval 15"/>
          <p:cNvSpPr/>
          <p:nvPr/>
        </p:nvSpPr>
        <p:spPr>
          <a:xfrm>
            <a:off x="4348540" y="2198118"/>
            <a:ext cx="1063578" cy="430496"/>
          </a:xfrm>
          <a:prstGeom prst="ellipse">
            <a:avLst/>
          </a:prstGeom>
          <a:noFill/>
          <a:ln w="25400">
            <a:solidFill>
              <a:srgbClr val="E06B1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4766029" y="2656046"/>
            <a:ext cx="228600" cy="228600"/>
          </a:xfrm>
          <a:prstGeom prst="ellipse">
            <a:avLst/>
          </a:prstGeom>
          <a:solidFill>
            <a:srgbClr val="E06B1B"/>
          </a:solidFill>
          <a:ln w="158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4</a:t>
            </a:r>
          </a:p>
        </p:txBody>
      </p:sp>
      <p:sp>
        <p:nvSpPr>
          <p:cNvPr id="18" name="Oval 17"/>
          <p:cNvSpPr/>
          <p:nvPr/>
        </p:nvSpPr>
        <p:spPr>
          <a:xfrm>
            <a:off x="566928" y="3803904"/>
            <a:ext cx="246888" cy="246888"/>
          </a:xfrm>
          <a:prstGeom prst="ellipse">
            <a:avLst/>
          </a:prstGeom>
          <a:solidFill>
            <a:srgbClr val="E06B1B"/>
          </a:solidFill>
          <a:ln w="158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96112" y="3785616"/>
            <a:ext cx="2229535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25292F"/>
                </a:solidFill>
                <a:latin typeface="맑은 고딕"/>
              </a:rPr>
              <a:t>대상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96112" y="4014216"/>
            <a:ext cx="2229535" cy="5120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>
                <a:solidFill>
                  <a:srgbClr val="555C66"/>
                </a:solidFill>
                <a:latin typeface="맑은 고딕"/>
              </a:rPr>
              <a:t>무엇을 가를지</a:t>
            </a:r>
          </a:p>
        </p:txBody>
      </p:sp>
      <p:sp>
        <p:nvSpPr>
          <p:cNvPr id="21" name="Oval 20"/>
          <p:cNvSpPr/>
          <p:nvPr/>
        </p:nvSpPr>
        <p:spPr>
          <a:xfrm>
            <a:off x="3399967" y="3803904"/>
            <a:ext cx="246888" cy="246888"/>
          </a:xfrm>
          <a:prstGeom prst="ellipse">
            <a:avLst/>
          </a:prstGeom>
          <a:solidFill>
            <a:srgbClr val="E06B1B"/>
          </a:solidFill>
          <a:ln w="158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729151" y="3785616"/>
            <a:ext cx="2229535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25292F"/>
                </a:solidFill>
                <a:latin typeface="맑은 고딕"/>
              </a:rPr>
              <a:t>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729151" y="4014216"/>
            <a:ext cx="2229535" cy="5120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>
                <a:solidFill>
                  <a:srgbClr val="555C66"/>
                </a:solidFill>
                <a:latin typeface="맑은 고딕"/>
              </a:rPr>
              <a:t>기준</a:t>
            </a:r>
          </a:p>
        </p:txBody>
      </p:sp>
      <p:sp>
        <p:nvSpPr>
          <p:cNvPr id="24" name="Oval 23"/>
          <p:cNvSpPr/>
          <p:nvPr/>
        </p:nvSpPr>
        <p:spPr>
          <a:xfrm>
            <a:off x="6233007" y="3803904"/>
            <a:ext cx="246888" cy="246888"/>
          </a:xfrm>
          <a:prstGeom prst="ellipse">
            <a:avLst/>
          </a:prstGeom>
          <a:solidFill>
            <a:srgbClr val="E06B1B"/>
          </a:solidFill>
          <a:ln w="158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62191" y="3785616"/>
            <a:ext cx="2229535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25292F"/>
                </a:solidFill>
                <a:latin typeface="맑은 고딕"/>
              </a:rPr>
              <a:t>B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562191" y="4014216"/>
            <a:ext cx="2229535" cy="5120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>
                <a:solidFill>
                  <a:srgbClr val="555C66"/>
                </a:solidFill>
                <a:latin typeface="맑은 고딕"/>
              </a:rPr>
              <a:t>비교 대상 (헤더까지 따로)</a:t>
            </a:r>
          </a:p>
        </p:txBody>
      </p:sp>
      <p:sp>
        <p:nvSpPr>
          <p:cNvPr id="27" name="Oval 26"/>
          <p:cNvSpPr/>
          <p:nvPr/>
        </p:nvSpPr>
        <p:spPr>
          <a:xfrm>
            <a:off x="9066047" y="3803904"/>
            <a:ext cx="246888" cy="246888"/>
          </a:xfrm>
          <a:prstGeom prst="ellipse">
            <a:avLst/>
          </a:prstGeom>
          <a:solidFill>
            <a:srgbClr val="E06B1B"/>
          </a:solidFill>
          <a:ln w="158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395231" y="3785616"/>
            <a:ext cx="2229535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25292F"/>
                </a:solidFill>
                <a:latin typeface="맑은 고딕"/>
              </a:rPr>
              <a:t>비교 실행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395231" y="4014216"/>
            <a:ext cx="2229535" cy="5120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>
                <a:solidFill>
                  <a:srgbClr val="555C66"/>
                </a:solidFill>
                <a:latin typeface="맑은 고딕"/>
              </a:rPr>
              <a:t>같은 질문을 양쪽에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66928" y="5687568"/>
            <a:ext cx="11057839" cy="457200"/>
          </a:xfrm>
          <a:prstGeom prst="roundRect">
            <a:avLst>
              <a:gd name="adj" fmla="val 6000"/>
            </a:avLst>
          </a:prstGeom>
          <a:solidFill>
            <a:srgbClr val="FDF0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86968" y="5815583"/>
            <a:ext cx="1041775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B55310"/>
                </a:solidFill>
                <a:latin typeface="맑은 고딕"/>
              </a:rPr>
              <a:t>한 번에 한 축만 — API도 모델도 같이 바꾸면 왜 달라졌는지 말할 수 없습니다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02336"/>
            <a:ext cx="11057839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>
                <a:solidFill>
                  <a:srgbClr val="E06B1B"/>
                </a:solidFill>
                <a:latin typeface="맑은 고딕"/>
              </a:rPr>
              <a:t>비교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03504"/>
            <a:ext cx="9777679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25292F"/>
                </a:solidFill>
                <a:latin typeface="맑은 고딕"/>
              </a:rPr>
              <a:t>A · B 결과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152144"/>
            <a:ext cx="566928" cy="41148"/>
          </a:xfrm>
          <a:prstGeom prst="rect">
            <a:avLst/>
          </a:prstGeom>
          <a:solidFill>
            <a:srgbClr val="E06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795967" y="731520"/>
            <a:ext cx="18288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1">
                <a:solidFill>
                  <a:srgbClr val="8A919B"/>
                </a:solidFill>
                <a:latin typeface="맑은 고딕"/>
              </a:rPr>
              <a:t>15 / 19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00800"/>
            <a:ext cx="5486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0">
                <a:solidFill>
                  <a:srgbClr val="8A919B"/>
                </a:solidFill>
                <a:latin typeface="맑은 고딕"/>
              </a:rPr>
              <a:t>TestX 사용 가이드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16635" y="1330452"/>
            <a:ext cx="11158423" cy="3645845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12700">
            <a:solidFill>
              <a:srgbClr val="DFE2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9" name="Picture 8" descr="52-mock-compare__255_85_1310_42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380744"/>
            <a:ext cx="11057839" cy="3545261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566928" y="1406067"/>
            <a:ext cx="5486714" cy="1164871"/>
          </a:xfrm>
          <a:prstGeom prst="roundRect">
            <a:avLst>
              <a:gd name="adj" fmla="val 12000"/>
            </a:avLst>
          </a:prstGeom>
          <a:noFill/>
          <a:ln w="25400">
            <a:solidFill>
              <a:srgbClr val="E06B1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452628" y="1291767"/>
            <a:ext cx="228600" cy="228600"/>
          </a:xfrm>
          <a:prstGeom prst="ellipse">
            <a:avLst/>
          </a:prstGeom>
          <a:solidFill>
            <a:srgbClr val="E06B1B"/>
          </a:solidFill>
          <a:ln w="158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1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04288" y="1406067"/>
            <a:ext cx="5486714" cy="1164871"/>
          </a:xfrm>
          <a:prstGeom prst="roundRect">
            <a:avLst>
              <a:gd name="adj" fmla="val 12000"/>
            </a:avLst>
          </a:prstGeom>
          <a:noFill/>
          <a:ln w="25400">
            <a:solidFill>
              <a:srgbClr val="E06B1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1476702" y="1291767"/>
            <a:ext cx="228600" cy="228600"/>
          </a:xfrm>
          <a:prstGeom prst="ellipse">
            <a:avLst/>
          </a:prstGeom>
          <a:solidFill>
            <a:srgbClr val="E06B1B"/>
          </a:solidFill>
          <a:ln w="158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2</a:t>
            </a:r>
          </a:p>
        </p:txBody>
      </p:sp>
      <p:sp>
        <p:nvSpPr>
          <p:cNvPr id="14" name="Oval 13"/>
          <p:cNvSpPr/>
          <p:nvPr/>
        </p:nvSpPr>
        <p:spPr>
          <a:xfrm>
            <a:off x="10223544" y="1583330"/>
            <a:ext cx="759698" cy="303879"/>
          </a:xfrm>
          <a:prstGeom prst="ellipse">
            <a:avLst/>
          </a:prstGeom>
          <a:noFill/>
          <a:ln w="25400">
            <a:solidFill>
              <a:srgbClr val="E06B1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0489094" y="1327298"/>
            <a:ext cx="228600" cy="228600"/>
          </a:xfrm>
          <a:prstGeom prst="ellipse">
            <a:avLst/>
          </a:prstGeom>
          <a:solidFill>
            <a:srgbClr val="E06B1B"/>
          </a:solidFill>
          <a:ln w="158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3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01985" y="3482577"/>
            <a:ext cx="10585137" cy="286997"/>
          </a:xfrm>
          <a:prstGeom prst="roundRect">
            <a:avLst>
              <a:gd name="adj" fmla="val 12000"/>
            </a:avLst>
          </a:prstGeom>
          <a:noFill/>
          <a:ln w="25400">
            <a:solidFill>
              <a:srgbClr val="E06B1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445953" y="3511776"/>
            <a:ext cx="228600" cy="228600"/>
          </a:xfrm>
          <a:prstGeom prst="ellipse">
            <a:avLst/>
          </a:prstGeom>
          <a:solidFill>
            <a:srgbClr val="E06B1B"/>
          </a:solidFill>
          <a:ln w="158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4</a:t>
            </a:r>
          </a:p>
        </p:txBody>
      </p:sp>
      <p:sp>
        <p:nvSpPr>
          <p:cNvPr id="18" name="Oval 17"/>
          <p:cNvSpPr/>
          <p:nvPr/>
        </p:nvSpPr>
        <p:spPr>
          <a:xfrm>
            <a:off x="6087406" y="4115659"/>
            <a:ext cx="1181753" cy="286997"/>
          </a:xfrm>
          <a:prstGeom prst="ellipse">
            <a:avLst/>
          </a:prstGeom>
          <a:noFill/>
          <a:ln w="25400">
            <a:solidFill>
              <a:srgbClr val="E06B1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6563983" y="4430089"/>
            <a:ext cx="228600" cy="228600"/>
          </a:xfrm>
          <a:prstGeom prst="ellipse">
            <a:avLst/>
          </a:prstGeom>
          <a:solidFill>
            <a:srgbClr val="E06B1B"/>
          </a:solidFill>
          <a:ln w="158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5</a:t>
            </a:r>
          </a:p>
        </p:txBody>
      </p:sp>
      <p:sp>
        <p:nvSpPr>
          <p:cNvPr id="20" name="Oval 19"/>
          <p:cNvSpPr/>
          <p:nvPr/>
        </p:nvSpPr>
        <p:spPr>
          <a:xfrm>
            <a:off x="566928" y="5193792"/>
            <a:ext cx="246888" cy="246888"/>
          </a:xfrm>
          <a:prstGeom prst="ellipse">
            <a:avLst/>
          </a:prstGeom>
          <a:solidFill>
            <a:srgbClr val="E06B1B"/>
          </a:solidFill>
          <a:ln w="158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1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96112" y="5175504"/>
            <a:ext cx="1662927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25292F"/>
                </a:solidFill>
                <a:latin typeface="맑은 고딕"/>
              </a:rPr>
              <a:t>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96112" y="5404104"/>
            <a:ext cx="1662927" cy="5120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>
                <a:solidFill>
                  <a:srgbClr val="555C66"/>
                </a:solidFill>
                <a:latin typeface="맑은 고딕"/>
              </a:rPr>
              <a:t>기준 점수</a:t>
            </a:r>
          </a:p>
        </p:txBody>
      </p:sp>
      <p:sp>
        <p:nvSpPr>
          <p:cNvPr id="23" name="Oval 22"/>
          <p:cNvSpPr/>
          <p:nvPr/>
        </p:nvSpPr>
        <p:spPr>
          <a:xfrm>
            <a:off x="2833359" y="5193792"/>
            <a:ext cx="246888" cy="246888"/>
          </a:xfrm>
          <a:prstGeom prst="ellipse">
            <a:avLst/>
          </a:prstGeom>
          <a:solidFill>
            <a:srgbClr val="E06B1B"/>
          </a:solidFill>
          <a:ln w="158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162543" y="5175504"/>
            <a:ext cx="1662927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25292F"/>
                </a:solidFill>
                <a:latin typeface="맑은 고딕"/>
              </a:rPr>
              <a:t>B · Winner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162543" y="5404104"/>
            <a:ext cx="1662927" cy="5120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>
                <a:solidFill>
                  <a:srgbClr val="555C66"/>
                </a:solidFill>
                <a:latin typeface="맑은 고딕"/>
              </a:rPr>
              <a:t>나은 쪽에 표시</a:t>
            </a:r>
          </a:p>
        </p:txBody>
      </p:sp>
      <p:sp>
        <p:nvSpPr>
          <p:cNvPr id="26" name="Oval 25"/>
          <p:cNvSpPr/>
          <p:nvPr/>
        </p:nvSpPr>
        <p:spPr>
          <a:xfrm>
            <a:off x="5099791" y="5193792"/>
            <a:ext cx="246888" cy="246888"/>
          </a:xfrm>
          <a:prstGeom prst="ellipse">
            <a:avLst/>
          </a:prstGeom>
          <a:solidFill>
            <a:srgbClr val="E06B1B"/>
          </a:solidFill>
          <a:ln w="158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428975" y="5175504"/>
            <a:ext cx="1662927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25292F"/>
                </a:solidFill>
                <a:latin typeface="맑은 고딕"/>
              </a:rPr>
              <a:t>Δ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428975" y="5404104"/>
            <a:ext cx="1662927" cy="5120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>
                <a:solidFill>
                  <a:srgbClr val="555C66"/>
                </a:solidFill>
                <a:latin typeface="맑은 고딕"/>
              </a:rPr>
              <a:t>B − A</a:t>
            </a:r>
          </a:p>
        </p:txBody>
      </p:sp>
      <p:sp>
        <p:nvSpPr>
          <p:cNvPr id="29" name="Oval 28"/>
          <p:cNvSpPr/>
          <p:nvPr/>
        </p:nvSpPr>
        <p:spPr>
          <a:xfrm>
            <a:off x="7366223" y="5193792"/>
            <a:ext cx="246888" cy="246888"/>
          </a:xfrm>
          <a:prstGeom prst="ellipse">
            <a:avLst/>
          </a:prstGeom>
          <a:solidFill>
            <a:srgbClr val="E06B1B"/>
          </a:solidFill>
          <a:ln w="158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695407" y="5175504"/>
            <a:ext cx="1662927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25292F"/>
                </a:solidFill>
                <a:latin typeface="맑은 고딕"/>
              </a:rPr>
              <a:t>Delta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695407" y="5404104"/>
            <a:ext cx="1662927" cy="5120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>
                <a:solidFill>
                  <a:srgbClr val="555C66"/>
                </a:solidFill>
                <a:latin typeface="맑은 고딕"/>
              </a:rPr>
              <a:t>지표별 차이</a:t>
            </a:r>
          </a:p>
        </p:txBody>
      </p:sp>
      <p:sp>
        <p:nvSpPr>
          <p:cNvPr id="32" name="Oval 31"/>
          <p:cNvSpPr/>
          <p:nvPr/>
        </p:nvSpPr>
        <p:spPr>
          <a:xfrm>
            <a:off x="9632655" y="5193792"/>
            <a:ext cx="246888" cy="246888"/>
          </a:xfrm>
          <a:prstGeom prst="ellipse">
            <a:avLst/>
          </a:prstGeom>
          <a:solidFill>
            <a:srgbClr val="E06B1B"/>
          </a:solidFill>
          <a:ln w="158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961839" y="5175504"/>
            <a:ext cx="1662927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25292F"/>
                </a:solidFill>
                <a:latin typeface="맑은 고딕"/>
              </a:rPr>
              <a:t>B ahead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961839" y="5404104"/>
            <a:ext cx="1662927" cy="5120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>
                <a:solidFill>
                  <a:srgbClr val="555C66"/>
                </a:solidFill>
                <a:latin typeface="맑은 고딕"/>
              </a:rPr>
              <a:t>케이스 승패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02336"/>
            <a:ext cx="11057839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>
                <a:solidFill>
                  <a:srgbClr val="E06B1B"/>
                </a:solidFill>
                <a:latin typeface="맑은 고딕"/>
              </a:rPr>
              <a:t>기록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03504"/>
            <a:ext cx="9777679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25292F"/>
                </a:solidFill>
                <a:latin typeface="맑은 고딕"/>
              </a:rPr>
              <a:t>실행 기록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152144"/>
            <a:ext cx="566928" cy="41148"/>
          </a:xfrm>
          <a:prstGeom prst="rect">
            <a:avLst/>
          </a:prstGeom>
          <a:solidFill>
            <a:srgbClr val="E06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795967" y="731520"/>
            <a:ext cx="18288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1">
                <a:solidFill>
                  <a:srgbClr val="8A919B"/>
                </a:solidFill>
                <a:latin typeface="맑은 고딕"/>
              </a:rPr>
              <a:t>16 / 19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00800"/>
            <a:ext cx="5486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0">
                <a:solidFill>
                  <a:srgbClr val="8A919B"/>
                </a:solidFill>
                <a:latin typeface="맑은 고딕"/>
              </a:rPr>
              <a:t>TestX 사용 가이드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16635" y="1376172"/>
            <a:ext cx="11158423" cy="2886146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12700">
            <a:solidFill>
              <a:srgbClr val="DFE2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9" name="Picture 8" descr="20-records__255_85_1310_33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426464"/>
            <a:ext cx="11057839" cy="2785562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6863987" y="1569962"/>
            <a:ext cx="2008981" cy="405172"/>
          </a:xfrm>
          <a:prstGeom prst="roundRect">
            <a:avLst>
              <a:gd name="adj" fmla="val 12000"/>
            </a:avLst>
          </a:prstGeom>
          <a:noFill/>
          <a:ln w="25400">
            <a:solidFill>
              <a:srgbClr val="E06B1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7754178" y="1313930"/>
            <a:ext cx="228600" cy="228600"/>
          </a:xfrm>
          <a:prstGeom prst="ellipse">
            <a:avLst/>
          </a:prstGeom>
          <a:solidFill>
            <a:srgbClr val="E06B1B"/>
          </a:solidFill>
          <a:ln w="158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1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856086" y="1586844"/>
            <a:ext cx="1890806" cy="371408"/>
          </a:xfrm>
          <a:prstGeom prst="roundRect">
            <a:avLst>
              <a:gd name="adj" fmla="val 12000"/>
            </a:avLst>
          </a:prstGeom>
          <a:noFill/>
          <a:ln w="25400">
            <a:solidFill>
              <a:srgbClr val="E06B1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9687189" y="1330812"/>
            <a:ext cx="228600" cy="228600"/>
          </a:xfrm>
          <a:prstGeom prst="ellipse">
            <a:avLst/>
          </a:prstGeom>
          <a:solidFill>
            <a:srgbClr val="E06B1B"/>
          </a:solidFill>
          <a:ln w="158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2</a:t>
            </a:r>
          </a:p>
        </p:txBody>
      </p:sp>
      <p:sp>
        <p:nvSpPr>
          <p:cNvPr id="14" name="Oval 13"/>
          <p:cNvSpPr/>
          <p:nvPr/>
        </p:nvSpPr>
        <p:spPr>
          <a:xfrm>
            <a:off x="5074474" y="2388749"/>
            <a:ext cx="776581" cy="337643"/>
          </a:xfrm>
          <a:prstGeom prst="ellipse">
            <a:avLst/>
          </a:prstGeom>
          <a:noFill/>
          <a:ln w="25400">
            <a:solidFill>
              <a:srgbClr val="E06B1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4818442" y="2443271"/>
            <a:ext cx="228600" cy="228600"/>
          </a:xfrm>
          <a:prstGeom prst="ellipse">
            <a:avLst/>
          </a:prstGeom>
          <a:solidFill>
            <a:srgbClr val="E06B1B"/>
          </a:solidFill>
          <a:ln w="158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3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319806" y="2042664"/>
            <a:ext cx="742816" cy="675287"/>
          </a:xfrm>
          <a:prstGeom prst="roundRect">
            <a:avLst>
              <a:gd name="adj" fmla="val 12000"/>
            </a:avLst>
          </a:prstGeom>
          <a:noFill/>
          <a:ln w="25400">
            <a:solidFill>
              <a:srgbClr val="E06B1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7948323" y="2603652"/>
            <a:ext cx="228600" cy="228600"/>
          </a:xfrm>
          <a:prstGeom prst="ellipse">
            <a:avLst/>
          </a:prstGeom>
          <a:solidFill>
            <a:srgbClr val="E06B1B"/>
          </a:solidFill>
          <a:ln w="158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4</a:t>
            </a:r>
          </a:p>
        </p:txBody>
      </p:sp>
      <p:sp>
        <p:nvSpPr>
          <p:cNvPr id="18" name="Oval 17"/>
          <p:cNvSpPr/>
          <p:nvPr/>
        </p:nvSpPr>
        <p:spPr>
          <a:xfrm>
            <a:off x="10898832" y="2388749"/>
            <a:ext cx="337643" cy="303879"/>
          </a:xfrm>
          <a:prstGeom prst="ellipse">
            <a:avLst/>
          </a:prstGeom>
          <a:noFill/>
          <a:ln w="25400">
            <a:solidFill>
              <a:srgbClr val="E06B1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1263908" y="2426389"/>
            <a:ext cx="228600" cy="228600"/>
          </a:xfrm>
          <a:prstGeom prst="ellipse">
            <a:avLst/>
          </a:prstGeom>
          <a:solidFill>
            <a:srgbClr val="E06B1B"/>
          </a:solidFill>
          <a:ln w="158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5</a:t>
            </a:r>
          </a:p>
        </p:txBody>
      </p:sp>
      <p:sp>
        <p:nvSpPr>
          <p:cNvPr id="20" name="Oval 19"/>
          <p:cNvSpPr/>
          <p:nvPr/>
        </p:nvSpPr>
        <p:spPr>
          <a:xfrm>
            <a:off x="566928" y="4443983"/>
            <a:ext cx="246888" cy="246888"/>
          </a:xfrm>
          <a:prstGeom prst="ellipse">
            <a:avLst/>
          </a:prstGeom>
          <a:solidFill>
            <a:srgbClr val="E06B1B"/>
          </a:solidFill>
          <a:ln w="158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1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96112" y="4425696"/>
            <a:ext cx="1662927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25292F"/>
                </a:solidFill>
                <a:latin typeface="맑은 고딕"/>
              </a:rPr>
              <a:t>검색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96112" y="4654296"/>
            <a:ext cx="1662927" cy="5120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>
                <a:solidFill>
                  <a:srgbClr val="555C66"/>
                </a:solidFill>
                <a:latin typeface="맑은 고딕"/>
              </a:rPr>
              <a:t>노드 · 데이터셋 · 질문</a:t>
            </a:r>
          </a:p>
        </p:txBody>
      </p:sp>
      <p:sp>
        <p:nvSpPr>
          <p:cNvPr id="23" name="Oval 22"/>
          <p:cNvSpPr/>
          <p:nvPr/>
        </p:nvSpPr>
        <p:spPr>
          <a:xfrm>
            <a:off x="2833359" y="4443983"/>
            <a:ext cx="246888" cy="246888"/>
          </a:xfrm>
          <a:prstGeom prst="ellipse">
            <a:avLst/>
          </a:prstGeom>
          <a:solidFill>
            <a:srgbClr val="E06B1B"/>
          </a:solidFill>
          <a:ln w="158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162543" y="4425696"/>
            <a:ext cx="1662927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25292F"/>
                </a:solidFill>
                <a:latin typeface="맑은 고딕"/>
              </a:rPr>
              <a:t>필터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162543" y="4654296"/>
            <a:ext cx="1662927" cy="5120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>
                <a:solidFill>
                  <a:srgbClr val="555C66"/>
                </a:solidFill>
                <a:latin typeface="맑은 고딕"/>
              </a:rPr>
              <a:t>전체 / Single / Compare</a:t>
            </a:r>
          </a:p>
        </p:txBody>
      </p:sp>
      <p:sp>
        <p:nvSpPr>
          <p:cNvPr id="26" name="Oval 25"/>
          <p:cNvSpPr/>
          <p:nvPr/>
        </p:nvSpPr>
        <p:spPr>
          <a:xfrm>
            <a:off x="5099791" y="4443983"/>
            <a:ext cx="246888" cy="246888"/>
          </a:xfrm>
          <a:prstGeom prst="ellipse">
            <a:avLst/>
          </a:prstGeom>
          <a:solidFill>
            <a:srgbClr val="E06B1B"/>
          </a:solidFill>
          <a:ln w="158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428975" y="4425696"/>
            <a:ext cx="1662927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25292F"/>
                </a:solidFill>
                <a:latin typeface="맑은 고딕"/>
              </a:rPr>
              <a:t>상태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428975" y="4654296"/>
            <a:ext cx="1662927" cy="5120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>
                <a:solidFill>
                  <a:srgbClr val="555C66"/>
                </a:solidFill>
                <a:latin typeface="맑은 고딕"/>
              </a:rPr>
              <a:t>DONE · FAILED · CANCELLED</a:t>
            </a:r>
          </a:p>
        </p:txBody>
      </p:sp>
      <p:sp>
        <p:nvSpPr>
          <p:cNvPr id="29" name="Oval 28"/>
          <p:cNvSpPr/>
          <p:nvPr/>
        </p:nvSpPr>
        <p:spPr>
          <a:xfrm>
            <a:off x="7366223" y="4443983"/>
            <a:ext cx="246888" cy="246888"/>
          </a:xfrm>
          <a:prstGeom prst="ellipse">
            <a:avLst/>
          </a:prstGeom>
          <a:solidFill>
            <a:srgbClr val="E06B1B"/>
          </a:solidFill>
          <a:ln w="158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695407" y="4425696"/>
            <a:ext cx="1662927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25292F"/>
                </a:solidFill>
                <a:latin typeface="맑은 고딕"/>
              </a:rPr>
              <a:t>점수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695407" y="4654296"/>
            <a:ext cx="1662927" cy="5120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>
                <a:solidFill>
                  <a:srgbClr val="555C66"/>
                </a:solidFill>
                <a:latin typeface="맑은 고딕"/>
              </a:rPr>
              <a:t>눌러서 정렬</a:t>
            </a:r>
          </a:p>
        </p:txBody>
      </p:sp>
      <p:sp>
        <p:nvSpPr>
          <p:cNvPr id="32" name="Oval 31"/>
          <p:cNvSpPr/>
          <p:nvPr/>
        </p:nvSpPr>
        <p:spPr>
          <a:xfrm>
            <a:off x="9632655" y="4443983"/>
            <a:ext cx="246888" cy="246888"/>
          </a:xfrm>
          <a:prstGeom prst="ellipse">
            <a:avLst/>
          </a:prstGeom>
          <a:solidFill>
            <a:srgbClr val="E06B1B"/>
          </a:solidFill>
          <a:ln w="158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961839" y="4425696"/>
            <a:ext cx="1662927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25292F"/>
                </a:solidFill>
                <a:latin typeface="맑은 고딕"/>
              </a:rPr>
              <a:t>CSV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961839" y="4654296"/>
            <a:ext cx="1662927" cy="5120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>
                <a:solidFill>
                  <a:srgbClr val="555C66"/>
                </a:solidFill>
                <a:latin typeface="맑은 고딕"/>
              </a:rPr>
              <a:t>행에서 바로 내려받기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66928" y="6108192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B55310"/>
                </a:solidFill>
                <a:latin typeface="맑은 고딕"/>
              </a:rPr>
              <a:t>행을 누르면 오른쪽에 상세 서랍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02336"/>
            <a:ext cx="11057839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>
                <a:solidFill>
                  <a:srgbClr val="E06B1B"/>
                </a:solidFill>
                <a:latin typeface="맑은 고딕"/>
              </a:rPr>
              <a:t>기록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03504"/>
            <a:ext cx="9777679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25292F"/>
                </a:solidFill>
                <a:latin typeface="맑은 고딕"/>
              </a:rPr>
              <a:t>기록 상세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152144"/>
            <a:ext cx="566928" cy="41148"/>
          </a:xfrm>
          <a:prstGeom prst="rect">
            <a:avLst/>
          </a:prstGeom>
          <a:solidFill>
            <a:srgbClr val="E06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795967" y="731520"/>
            <a:ext cx="18288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1">
                <a:solidFill>
                  <a:srgbClr val="8A919B"/>
                </a:solidFill>
                <a:latin typeface="맑은 고딕"/>
              </a:rPr>
              <a:t>17 / 19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00800"/>
            <a:ext cx="5486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0">
                <a:solidFill>
                  <a:srgbClr val="8A919B"/>
                </a:solidFill>
                <a:latin typeface="맑은 고딕"/>
              </a:rPr>
              <a:t>TestX 사용 가이드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16635" y="1467612"/>
            <a:ext cx="6592824" cy="3968031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12700">
            <a:solidFill>
              <a:srgbClr val="DFE2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9" name="Picture 8" descr="21-records-drawer__576_0_1024_61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517904"/>
            <a:ext cx="6492240" cy="3867447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662029" y="1606665"/>
            <a:ext cx="1318736" cy="240922"/>
          </a:xfrm>
          <a:prstGeom prst="roundRect">
            <a:avLst>
              <a:gd name="adj" fmla="val 12000"/>
            </a:avLst>
          </a:prstGeom>
          <a:noFill/>
          <a:ln w="25400">
            <a:solidFill>
              <a:srgbClr val="E06B1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207097" y="1875020"/>
            <a:ext cx="228600" cy="228600"/>
          </a:xfrm>
          <a:prstGeom prst="ellipse">
            <a:avLst/>
          </a:prstGeom>
          <a:solidFill>
            <a:srgbClr val="E06B1B"/>
          </a:solidFill>
          <a:ln w="158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1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960602" y="1587644"/>
            <a:ext cx="722768" cy="266283"/>
          </a:xfrm>
          <a:prstGeom prst="roundRect">
            <a:avLst>
              <a:gd name="adj" fmla="val 12000"/>
            </a:avLst>
          </a:prstGeom>
          <a:noFill/>
          <a:ln w="25400">
            <a:solidFill>
              <a:srgbClr val="E06B1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5207686" y="1331612"/>
            <a:ext cx="228600" cy="228600"/>
          </a:xfrm>
          <a:prstGeom prst="ellipse">
            <a:avLst/>
          </a:prstGeom>
          <a:solidFill>
            <a:srgbClr val="E06B1B"/>
          </a:solidFill>
          <a:ln w="158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2</a:t>
            </a:r>
          </a:p>
        </p:txBody>
      </p:sp>
      <p:sp>
        <p:nvSpPr>
          <p:cNvPr id="14" name="Oval 13"/>
          <p:cNvSpPr/>
          <p:nvPr/>
        </p:nvSpPr>
        <p:spPr>
          <a:xfrm>
            <a:off x="5696051" y="1587644"/>
            <a:ext cx="494526" cy="266283"/>
          </a:xfrm>
          <a:prstGeom prst="ellipse">
            <a:avLst/>
          </a:prstGeom>
          <a:noFill/>
          <a:ln w="25400">
            <a:solidFill>
              <a:srgbClr val="E06B1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5829014" y="1331612"/>
            <a:ext cx="228600" cy="228600"/>
          </a:xfrm>
          <a:prstGeom prst="ellipse">
            <a:avLst/>
          </a:prstGeom>
          <a:solidFill>
            <a:srgbClr val="E06B1B"/>
          </a:solidFill>
          <a:ln w="158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3</a:t>
            </a:r>
          </a:p>
        </p:txBody>
      </p:sp>
      <p:sp>
        <p:nvSpPr>
          <p:cNvPr id="16" name="Oval 15"/>
          <p:cNvSpPr/>
          <p:nvPr/>
        </p:nvSpPr>
        <p:spPr>
          <a:xfrm>
            <a:off x="4237833" y="2906381"/>
            <a:ext cx="836890" cy="253603"/>
          </a:xfrm>
          <a:prstGeom prst="ellipse">
            <a:avLst/>
          </a:prstGeom>
          <a:noFill/>
          <a:ln w="25400">
            <a:solidFill>
              <a:srgbClr val="E06B1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4541978" y="3187416"/>
            <a:ext cx="228600" cy="228600"/>
          </a:xfrm>
          <a:prstGeom prst="ellipse">
            <a:avLst/>
          </a:prstGeom>
          <a:solidFill>
            <a:srgbClr val="E06B1B"/>
          </a:solidFill>
          <a:ln w="158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4</a:t>
            </a:r>
          </a:p>
        </p:txBody>
      </p:sp>
      <p:sp>
        <p:nvSpPr>
          <p:cNvPr id="18" name="Oval 17"/>
          <p:cNvSpPr/>
          <p:nvPr/>
        </p:nvSpPr>
        <p:spPr>
          <a:xfrm>
            <a:off x="5062043" y="2906381"/>
            <a:ext cx="824210" cy="253603"/>
          </a:xfrm>
          <a:prstGeom prst="ellipse">
            <a:avLst/>
          </a:prstGeom>
          <a:noFill/>
          <a:ln w="25400">
            <a:solidFill>
              <a:srgbClr val="E06B1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5359848" y="2650349"/>
            <a:ext cx="228600" cy="228600"/>
          </a:xfrm>
          <a:prstGeom prst="ellipse">
            <a:avLst/>
          </a:prstGeom>
          <a:solidFill>
            <a:srgbClr val="E06B1B"/>
          </a:solidFill>
          <a:ln w="158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5</a:t>
            </a:r>
          </a:p>
        </p:txBody>
      </p:sp>
      <p:sp>
        <p:nvSpPr>
          <p:cNvPr id="20" name="Oval 19"/>
          <p:cNvSpPr/>
          <p:nvPr/>
        </p:nvSpPr>
        <p:spPr>
          <a:xfrm>
            <a:off x="5898933" y="2906381"/>
            <a:ext cx="976372" cy="253603"/>
          </a:xfrm>
          <a:prstGeom prst="ellipse">
            <a:avLst/>
          </a:prstGeom>
          <a:noFill/>
          <a:ln w="25400">
            <a:solidFill>
              <a:srgbClr val="E06B1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272819" y="3187416"/>
            <a:ext cx="228600" cy="228600"/>
          </a:xfrm>
          <a:prstGeom prst="ellipse">
            <a:avLst/>
          </a:prstGeom>
          <a:solidFill>
            <a:srgbClr val="E06B1B"/>
          </a:solidFill>
          <a:ln w="158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6</a:t>
            </a:r>
          </a:p>
        </p:txBody>
      </p:sp>
      <p:sp>
        <p:nvSpPr>
          <p:cNvPr id="22" name="Oval 21"/>
          <p:cNvSpPr/>
          <p:nvPr/>
        </p:nvSpPr>
        <p:spPr>
          <a:xfrm>
            <a:off x="7424927" y="1609344"/>
            <a:ext cx="246888" cy="246888"/>
          </a:xfrm>
          <a:prstGeom prst="ellipse">
            <a:avLst/>
          </a:prstGeom>
          <a:solidFill>
            <a:srgbClr val="E06B1B"/>
          </a:solidFill>
          <a:ln w="158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1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772400" y="1591056"/>
            <a:ext cx="3852367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25292F"/>
                </a:solidFill>
                <a:latin typeface="맑은 고딕"/>
              </a:rPr>
              <a:t>머리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772400" y="1824228"/>
            <a:ext cx="3852367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100" b="0">
                <a:solidFill>
                  <a:srgbClr val="555C66"/>
                </a:solidFill>
                <a:latin typeface="맑은 고딕"/>
              </a:rPr>
              <a:t>유형 · 번호 · 상태</a:t>
            </a:r>
          </a:p>
        </p:txBody>
      </p:sp>
      <p:sp>
        <p:nvSpPr>
          <p:cNvPr id="25" name="Oval 24"/>
          <p:cNvSpPr/>
          <p:nvPr/>
        </p:nvSpPr>
        <p:spPr>
          <a:xfrm>
            <a:off x="7424927" y="2340864"/>
            <a:ext cx="246888" cy="246888"/>
          </a:xfrm>
          <a:prstGeom prst="ellipse">
            <a:avLst/>
          </a:prstGeom>
          <a:solidFill>
            <a:srgbClr val="E06B1B"/>
          </a:solidFill>
          <a:ln w="158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2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772400" y="2322576"/>
            <a:ext cx="3852367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25292F"/>
                </a:solidFill>
                <a:latin typeface="맑은 고딕"/>
              </a:rPr>
              <a:t>이전 / 다음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772400" y="2555748"/>
            <a:ext cx="3852367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100" b="0">
                <a:solidFill>
                  <a:srgbClr val="555C66"/>
                </a:solidFill>
                <a:latin typeface="맑은 고딕"/>
              </a:rPr>
              <a:t>닫지 않고 넘기기</a:t>
            </a:r>
          </a:p>
        </p:txBody>
      </p:sp>
      <p:sp>
        <p:nvSpPr>
          <p:cNvPr id="28" name="Oval 27"/>
          <p:cNvSpPr/>
          <p:nvPr/>
        </p:nvSpPr>
        <p:spPr>
          <a:xfrm>
            <a:off x="7424927" y="3072384"/>
            <a:ext cx="246888" cy="246888"/>
          </a:xfrm>
          <a:prstGeom prst="ellipse">
            <a:avLst/>
          </a:prstGeom>
          <a:solidFill>
            <a:srgbClr val="E06B1B"/>
          </a:solidFill>
          <a:ln w="158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772400" y="3054096"/>
            <a:ext cx="3852367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25292F"/>
                </a:solidFill>
                <a:latin typeface="맑은 고딕"/>
              </a:rPr>
              <a:t>CSV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772400" y="3287268"/>
            <a:ext cx="3852367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100" b="0">
                <a:solidFill>
                  <a:srgbClr val="555C66"/>
                </a:solidFill>
                <a:latin typeface="맑은 고딕"/>
              </a:rPr>
              <a:t>케이스별 전체 내보내기</a:t>
            </a:r>
          </a:p>
        </p:txBody>
      </p:sp>
      <p:sp>
        <p:nvSpPr>
          <p:cNvPr id="31" name="Oval 30"/>
          <p:cNvSpPr/>
          <p:nvPr/>
        </p:nvSpPr>
        <p:spPr>
          <a:xfrm>
            <a:off x="7424927" y="3803904"/>
            <a:ext cx="246888" cy="246888"/>
          </a:xfrm>
          <a:prstGeom prst="ellipse">
            <a:avLst/>
          </a:prstGeom>
          <a:solidFill>
            <a:srgbClr val="E06B1B"/>
          </a:solidFill>
          <a:ln w="158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772400" y="3785616"/>
            <a:ext cx="3852367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25292F"/>
                </a:solidFill>
                <a:latin typeface="맑은 고딕"/>
              </a:rPr>
              <a:t>데이터셋에 추가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772400" y="4018788"/>
            <a:ext cx="3852367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100" b="0">
                <a:solidFill>
                  <a:srgbClr val="555C66"/>
                </a:solidFill>
                <a:latin typeface="맑은 고딕"/>
              </a:rPr>
              <a:t>이 질문을 케이스로</a:t>
            </a:r>
          </a:p>
        </p:txBody>
      </p:sp>
      <p:sp>
        <p:nvSpPr>
          <p:cNvPr id="34" name="Oval 33"/>
          <p:cNvSpPr/>
          <p:nvPr/>
        </p:nvSpPr>
        <p:spPr>
          <a:xfrm>
            <a:off x="7424927" y="4535424"/>
            <a:ext cx="246888" cy="246888"/>
          </a:xfrm>
          <a:prstGeom prst="ellipse">
            <a:avLst/>
          </a:prstGeom>
          <a:solidFill>
            <a:srgbClr val="E06B1B"/>
          </a:solidFill>
          <a:ln w="158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5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772400" y="4517136"/>
            <a:ext cx="3852367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25292F"/>
                </a:solidFill>
                <a:latin typeface="맑은 고딕"/>
              </a:rPr>
              <a:t>선택 재테스트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772400" y="4750308"/>
            <a:ext cx="3852367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100" b="0">
                <a:solidFill>
                  <a:srgbClr val="555C66"/>
                </a:solidFill>
                <a:latin typeface="맑은 고딕"/>
              </a:rPr>
              <a:t>체크한 케이스만 다시</a:t>
            </a:r>
          </a:p>
        </p:txBody>
      </p:sp>
      <p:sp>
        <p:nvSpPr>
          <p:cNvPr id="37" name="Oval 36"/>
          <p:cNvSpPr/>
          <p:nvPr/>
        </p:nvSpPr>
        <p:spPr>
          <a:xfrm>
            <a:off x="7424927" y="5266944"/>
            <a:ext cx="246888" cy="246888"/>
          </a:xfrm>
          <a:prstGeom prst="ellipse">
            <a:avLst/>
          </a:prstGeom>
          <a:solidFill>
            <a:srgbClr val="E06B1B"/>
          </a:solidFill>
          <a:ln w="158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6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772400" y="5248656"/>
            <a:ext cx="3852367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25292F"/>
                </a:solidFill>
                <a:latin typeface="맑은 고딕"/>
              </a:rPr>
              <a:t>불일치 재테스트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772400" y="5481828"/>
            <a:ext cx="3852367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100" b="0">
                <a:solidFill>
                  <a:srgbClr val="555C66"/>
                </a:solidFill>
                <a:latin typeface="맑은 고딕"/>
              </a:rPr>
              <a:t>틀린 케이스만 다시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02336"/>
            <a:ext cx="11057839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>
                <a:solidFill>
                  <a:srgbClr val="E06B1B"/>
                </a:solidFill>
                <a:latin typeface="맑은 고딕"/>
              </a:rPr>
              <a:t>관리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03504"/>
            <a:ext cx="9777679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25292F"/>
                </a:solidFill>
                <a:latin typeface="맑은 고딕"/>
              </a:rPr>
              <a:t>프롬프트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152144"/>
            <a:ext cx="566928" cy="41148"/>
          </a:xfrm>
          <a:prstGeom prst="rect">
            <a:avLst/>
          </a:prstGeom>
          <a:solidFill>
            <a:srgbClr val="E06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795967" y="731520"/>
            <a:ext cx="18288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1">
                <a:solidFill>
                  <a:srgbClr val="8A919B"/>
                </a:solidFill>
                <a:latin typeface="맑은 고딕"/>
              </a:rPr>
              <a:t>18 / 19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00800"/>
            <a:ext cx="5486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0">
                <a:solidFill>
                  <a:srgbClr val="8A919B"/>
                </a:solidFill>
                <a:latin typeface="맑은 고딕"/>
              </a:rPr>
              <a:t>TestX 사용 가이드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16635" y="1696212"/>
            <a:ext cx="7598663" cy="1062169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12700">
            <a:solidFill>
              <a:srgbClr val="DFE2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9" name="Picture 8" descr="41-nodes__255_18_1310_16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746504"/>
            <a:ext cx="7498079" cy="961585"/>
          </a:xfrm>
          <a:prstGeom prst="rect">
            <a:avLst/>
          </a:prstGeom>
        </p:spPr>
      </p:pic>
      <p:sp>
        <p:nvSpPr>
          <p:cNvPr id="10" name="Oval 9"/>
          <p:cNvSpPr/>
          <p:nvPr/>
        </p:nvSpPr>
        <p:spPr>
          <a:xfrm>
            <a:off x="7595662" y="1798017"/>
            <a:ext cx="446450" cy="228949"/>
          </a:xfrm>
          <a:prstGeom prst="ellipse">
            <a:avLst/>
          </a:prstGeom>
          <a:noFill/>
          <a:ln w="25400">
            <a:solidFill>
              <a:srgbClr val="E06B1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7481362" y="1912666"/>
            <a:ext cx="228600" cy="228600"/>
          </a:xfrm>
          <a:prstGeom prst="ellipse">
            <a:avLst/>
          </a:prstGeom>
          <a:solidFill>
            <a:srgbClr val="E06B1B"/>
          </a:solidFill>
          <a:ln w="158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85048" y="1792224"/>
            <a:ext cx="323971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B55310"/>
                </a:solidFill>
                <a:latin typeface="맑은 고딕"/>
              </a:rPr>
              <a:t>아직 노드가 없는 상태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85048" y="2176272"/>
            <a:ext cx="3239719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150" b="0">
                <a:solidFill>
                  <a:srgbClr val="555C66"/>
                </a:solidFill>
                <a:latin typeface="맑은 고딕"/>
              </a:rPr>
              <a:t>+ 노드로 만들면 그 아래에</a:t>
            </a:r>
          </a:p>
          <a:p>
            <a:pPr algn="l">
              <a:lnSpc>
                <a:spcPct val="145000"/>
              </a:lnSpc>
            </a:pPr>
            <a:r>
              <a:rPr sz="1150" b="0">
                <a:solidFill>
                  <a:srgbClr val="555C66"/>
                </a:solidFill>
                <a:latin typeface="맑은 고딕"/>
              </a:rPr>
              <a:t>프롬프트를 버전으로 쌓습니다.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66928" y="3575304"/>
            <a:ext cx="11057839" cy="169164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DFE2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4128" y="3822191"/>
            <a:ext cx="101434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25292F"/>
                </a:solidFill>
                <a:latin typeface="맑은 고딕"/>
              </a:rPr>
              <a:t>무엇을 하는 화면인가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24128" y="4224528"/>
            <a:ext cx="10143439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60000"/>
              </a:lnSpc>
            </a:pPr>
            <a:r>
              <a:rPr sz="1200" b="0">
                <a:solidFill>
                  <a:srgbClr val="555C66"/>
                </a:solidFill>
                <a:latin typeface="맑은 고딕"/>
              </a:rPr>
              <a:t>· 노드 = 플로우의 한 단계. 단계마다 프롬프트가 따로 있습니다.</a:t>
            </a:r>
          </a:p>
          <a:p>
            <a:pPr algn="l">
              <a:lnSpc>
                <a:spcPct val="160000"/>
              </a:lnSpc>
            </a:pPr>
            <a:r>
              <a:rPr sz="1200" b="0">
                <a:solidFill>
                  <a:srgbClr val="555C66"/>
                </a:solidFill>
                <a:latin typeface="맑은 고딕"/>
              </a:rPr>
              <a:t>· 고칠 때 덮어쓰지 않고 새 버전으로 쌓습니다.</a:t>
            </a:r>
          </a:p>
          <a:p>
            <a:pPr algn="l">
              <a:lnSpc>
                <a:spcPct val="160000"/>
              </a:lnSpc>
            </a:pPr>
            <a:r>
              <a:rPr sz="1200" b="0">
                <a:solidFill>
                  <a:srgbClr val="555C66"/>
                </a:solidFill>
                <a:latin typeface="맑은 고딕"/>
              </a:rPr>
              <a:t>· 단일 실행의 대상 › Prompt 는 여기 쌓인 버전을 골라 돌립니다.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02336"/>
            <a:ext cx="11057839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>
                <a:solidFill>
                  <a:srgbClr val="E06B1B"/>
                </a:solidFill>
                <a:latin typeface="맑은 고딕"/>
              </a:rPr>
              <a:t>마무리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03504"/>
            <a:ext cx="9777679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25292F"/>
                </a:solidFill>
                <a:latin typeface="맑은 고딕"/>
              </a:rPr>
              <a:t>막힐 때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152144"/>
            <a:ext cx="566928" cy="41148"/>
          </a:xfrm>
          <a:prstGeom prst="rect">
            <a:avLst/>
          </a:prstGeom>
          <a:solidFill>
            <a:srgbClr val="E06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795967" y="731520"/>
            <a:ext cx="18288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1">
                <a:solidFill>
                  <a:srgbClr val="8A919B"/>
                </a:solidFill>
                <a:latin typeface="맑은 고딕"/>
              </a:rPr>
              <a:t>19 / 19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00800"/>
            <a:ext cx="5486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0">
                <a:solidFill>
                  <a:srgbClr val="8A919B"/>
                </a:solidFill>
                <a:latin typeface="맑은 고딕"/>
              </a:rPr>
              <a:t>TestX 사용 가이드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1563624"/>
            <a:ext cx="5254599" cy="115214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FE2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822960" y="1792224"/>
            <a:ext cx="310896" cy="310896"/>
          </a:xfrm>
          <a:prstGeom prst="ellipse">
            <a:avLst/>
          </a:prstGeom>
          <a:solidFill>
            <a:srgbClr val="E06B1B"/>
          </a:solidFill>
          <a:ln w="158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맑은 고딕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80160" y="1810512"/>
            <a:ext cx="434019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25292F"/>
                </a:solidFill>
                <a:latin typeface="맑은 고딕"/>
              </a:rPr>
              <a:t>실행이 안 눌려요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80160" y="2203704"/>
            <a:ext cx="429447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>
                <a:solidFill>
                  <a:srgbClr val="555C66"/>
                </a:solidFill>
                <a:latin typeface="맑은 고딕"/>
              </a:rPr>
              <a:t>데이터셋을 안 골랐을 가능성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370167" y="1563624"/>
            <a:ext cx="5254599" cy="115214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FE2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626199" y="1792224"/>
            <a:ext cx="310896" cy="310896"/>
          </a:xfrm>
          <a:prstGeom prst="ellipse">
            <a:avLst/>
          </a:prstGeom>
          <a:solidFill>
            <a:srgbClr val="E06B1B"/>
          </a:solidFill>
          <a:ln w="158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맑은 고딕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083399" y="1810512"/>
            <a:ext cx="434019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25292F"/>
                </a:solidFill>
                <a:latin typeface="맑은 고딕"/>
              </a:rPr>
              <a:t>고를 API가 없어요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83399" y="2203704"/>
            <a:ext cx="429447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>
                <a:solidFill>
                  <a:srgbClr val="555C66"/>
                </a:solidFill>
                <a:latin typeface="맑은 고딕"/>
              </a:rPr>
              <a:t>설정 › Agent 에 먼저 등록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2980944"/>
            <a:ext cx="5254599" cy="115214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FE2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822960" y="3209544"/>
            <a:ext cx="310896" cy="310896"/>
          </a:xfrm>
          <a:prstGeom prst="ellipse">
            <a:avLst/>
          </a:prstGeom>
          <a:solidFill>
            <a:srgbClr val="E06B1B"/>
          </a:solidFill>
          <a:ln w="158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맑은 고딕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80160" y="3227832"/>
            <a:ext cx="434019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25292F"/>
                </a:solidFill>
                <a:latin typeface="맑은 고딕"/>
              </a:rPr>
              <a:t>전부 호출 실패예요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80160" y="3621024"/>
            <a:ext cx="429447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>
                <a:solidFill>
                  <a:srgbClr val="555C66"/>
                </a:solidFill>
                <a:latin typeface="맑은 고딕"/>
              </a:rPr>
              <a:t>설정의 URL · 헤더 확인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370167" y="2980944"/>
            <a:ext cx="5254599" cy="115214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FE2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626199" y="3209544"/>
            <a:ext cx="310896" cy="310896"/>
          </a:xfrm>
          <a:prstGeom prst="ellipse">
            <a:avLst/>
          </a:prstGeom>
          <a:solidFill>
            <a:srgbClr val="E06B1B"/>
          </a:solidFill>
          <a:ln w="158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맑은 고딕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083399" y="3227832"/>
            <a:ext cx="434019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25292F"/>
                </a:solidFill>
                <a:latin typeface="맑은 고딕"/>
              </a:rPr>
              <a:t>점수가 안 나와요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83399" y="3621024"/>
            <a:ext cx="429447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>
                <a:solidFill>
                  <a:srgbClr val="555C66"/>
                </a:solidFill>
                <a:latin typeface="맑은 고딕"/>
              </a:rPr>
              <a:t>채점이 꺼졌거나 정답이 비었음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398264"/>
            <a:ext cx="5254599" cy="115214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FE2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822960" y="4626864"/>
            <a:ext cx="310896" cy="310896"/>
          </a:xfrm>
          <a:prstGeom prst="ellipse">
            <a:avLst/>
          </a:prstGeom>
          <a:solidFill>
            <a:srgbClr val="E06B1B"/>
          </a:solidFill>
          <a:ln w="158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맑은 고딕"/>
              </a:rPr>
              <a:t>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280160" y="4645152"/>
            <a:ext cx="434019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25292F"/>
                </a:solidFill>
                <a:latin typeface="맑은 고딕"/>
              </a:rPr>
              <a:t>새로고침했어요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280160" y="5038344"/>
            <a:ext cx="429447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>
                <a:solidFill>
                  <a:srgbClr val="555C66"/>
                </a:solidFill>
                <a:latin typeface="맑은 고딕"/>
              </a:rPr>
              <a:t>괜찮습니다, 이어서 보여 줍니다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370167" y="4398264"/>
            <a:ext cx="5254599" cy="115214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FE2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6626199" y="4626864"/>
            <a:ext cx="310896" cy="310896"/>
          </a:xfrm>
          <a:prstGeom prst="ellipse">
            <a:avLst/>
          </a:prstGeom>
          <a:solidFill>
            <a:srgbClr val="E06B1B"/>
          </a:solidFill>
          <a:ln w="158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맑은 고딕"/>
              </a:rPr>
              <a:t>6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083399" y="4645152"/>
            <a:ext cx="434019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25292F"/>
                </a:solidFill>
                <a:latin typeface="맑은 고딕"/>
              </a:rPr>
              <a:t>목록이 다 비었어요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083399" y="5038344"/>
            <a:ext cx="429447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>
                <a:solidFill>
                  <a:srgbClr val="555C66"/>
                </a:solidFill>
                <a:latin typeface="맑은 고딕"/>
              </a:rPr>
              <a:t>사이드바 아래 DB 점 확인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