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보고서 / TECHNICAL REPORT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AutoPrompt  |  Prompt Management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74320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 프롬프트 관리 시스템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AutoPrompt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코드에서 빼내, 한 곳에서 관리하다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34924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22244" y="5349240"/>
            <a:ext cx="0" cy="105156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5848" y="5349240"/>
            <a:ext cx="0" cy="105156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451" y="5349240"/>
            <a:ext cx="0" cy="105156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48640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580644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발표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9404" y="548640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59404" y="580644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/ 기술팀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33008" y="548640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소요 시간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3008" y="580644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14분 (시연 포함)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6611" y="548640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06611" y="580644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2026-05-20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14255" y="411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CCCCC"/>
                </a:solidFill>
              </a:rPr>
              <a:t>문서 번호  </a:t>
            </a:r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TR-2026-05-AP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85455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CCCCC"/>
                </a:solidFill>
              </a:rPr>
              <a:t>발행처  </a:t>
            </a:r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AutoPrompt 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162495" y="109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AutoPrompt  |  프롬프트 관리 플랫폼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64592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개요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시스템이 하는 일 · 만든 영역 · 진행 현황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64208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1.1  이 시스템이 하는 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1460175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94560"/>
            <a:ext cx="13716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Agent의 프롬프트와 모델 설정을 코드에서 빼내, 한 곳에서 관리·실행·평가·기록하는 사내 웹 시스템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3063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 만든 영역 (1~4단계 완료)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279646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429000"/>
            <a:ext cx="2796464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593592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AREA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흐름도 + 프롬프트 관리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36008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09160"/>
            <a:ext cx="243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AI 동작 단계를 흐름도로 보기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버전별 이력 · 변경 비교 · 버전 바꾸기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53664" y="3429000"/>
            <a:ext cx="279646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53664" y="3429000"/>
            <a:ext cx="2796464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3436544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939464" y="3593592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AREA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36544" y="411480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워크플로우 실행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36544" y="4636008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6544" y="4709160"/>
            <a:ext cx="243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전체 흐름 · 한 단계 · 묶음 · 비교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AI 서비스 3종 지원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41568" y="3429000"/>
            <a:ext cx="279646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41568" y="3429000"/>
            <a:ext cx="2796464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324448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27368" y="3593592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AREA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24448" y="411480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답변 품질 자동 평가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24448" y="4636008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4448" y="4709160"/>
            <a:ext cx="243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5개 지표 자동 점수 매기기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· 답변 적합도 등 (RAGAS)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29471" y="3429000"/>
            <a:ext cx="279646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29471" y="3429000"/>
            <a:ext cx="2796464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9212351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715271" y="3593592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AREA 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212351" y="411480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이력 + 내보내기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212351" y="4636008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12351" y="4709160"/>
            <a:ext cx="243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모든 변경 자동 기록 · 전/후 비교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엑셀 · CSV 내보내기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  진행 현황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035040"/>
          <a:ext cx="114601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22144"/>
                <a:gridCol w="2522144"/>
                <a:gridCol w="2522144"/>
                <a:gridCol w="2522144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1단계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2단계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3단계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4단계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구조 · 프롬프트 관리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모델 설정 · 한 단계 실행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 / 비교 / 전체 실행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 평가 · 변경 이력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■ 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■ 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■ 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■ 완료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Shape 42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65760" y="6510528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65760" y="6583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자료  ·  외부 공개 금지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619695" y="6583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- 2 / 8 -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162495" y="109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AutoPrompt  |  프롬프트 관리 플랫폼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시스템 구성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64592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구성도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→ 화면 → 서버 → 데이터 /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64208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9848" y="1810512"/>
            <a:ext cx="4572000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9848" y="18105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브라우저  (Chrome / Edge)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72888" y="2139696"/>
            <a:ext cx="0" cy="23774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3160" y="234086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84168" y="21396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(JSON)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18808" y="2139696"/>
            <a:ext cx="0" cy="23774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9080" y="234086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28536" y="21396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395728"/>
            <a:ext cx="11460175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95728"/>
            <a:ext cx="109728" cy="8412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414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</a:rPr>
              <a:t>FRONTEND   </a:t>
            </a:r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</a:rPr>
              <a:t>Next.js 14 · React 18 · TypeScript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724912"/>
            <a:ext cx="3606698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761488"/>
            <a:ext cx="3423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2935224"/>
            <a:ext cx="3423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/projects · /graph · /flow · /audit · /nodes/:id/{prompts·test·ragas}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292498" y="2724912"/>
            <a:ext cx="3606698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3938" y="2761488"/>
            <a:ext cx="3423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부품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3938" y="2935224"/>
            <a:ext cx="3423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Flow(흐름도) · Monaco(편집기) · Recharts(차트) · TraceViewer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036357" y="2724912"/>
            <a:ext cx="3606698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27797" y="2761488"/>
            <a:ext cx="3423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27797" y="2935224"/>
            <a:ext cx="3423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lib/api.ts (REST) · lib/ws.ts (WebSocket)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574609" y="3236976"/>
            <a:ext cx="0" cy="219456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4881" y="341985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▼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77329" y="32369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호출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617086" y="3236976"/>
            <a:ext cx="0" cy="219456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7358" y="341985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▼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26814" y="32369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 구독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3493008"/>
            <a:ext cx="11460175" cy="17007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493008"/>
            <a:ext cx="109728" cy="17007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53872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</a:rPr>
              <a:t>BACKEND   </a:t>
            </a:r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</a:rPr>
              <a:t>FastAPI · Python 3.11 · Uvicorn (ASGI)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3794760"/>
            <a:ext cx="11094415" cy="310896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" y="3794760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라우터  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projects · nodes · prompts · test_runs · flow · ragas · datasets · audit · exports   </a:t>
            </a:r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+ WebSocket /ws/{test·flow·ragas}-runs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4142232"/>
            <a:ext cx="11094415" cy="31089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" y="4142232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서비스 계층  </a:t>
            </a:r>
            <a:pPr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test · flow · ragas · graph · diff · prompt · dataset · variable_parser · export · audit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4517136"/>
            <a:ext cx="360669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4517136"/>
            <a:ext cx="360669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590288"/>
            <a:ext cx="3423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services/llm/  (어댑터 패턴)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0080" y="4773168"/>
            <a:ext cx="34238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base.py(추상) → anthropic · openai · google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provider 값으로 어댑터 선택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292498" y="4517136"/>
            <a:ext cx="360669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92498" y="4517136"/>
            <a:ext cx="360669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4383938" y="4590288"/>
            <a:ext cx="3423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services/ragas/  (폴백 구조)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383938" y="4773168"/>
            <a:ext cx="34238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base.py → ragas_engine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fallback_scorer 자동 사용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036357" y="4517136"/>
            <a:ext cx="360669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36357" y="4517136"/>
            <a:ext cx="360669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8127797" y="4590288"/>
            <a:ext cx="3423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(인프라)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127797" y="4773168"/>
            <a:ext cx="34238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db.py(SQLAlchemy·Alembic)</a:t>
            </a:r>
            <a:endParaRPr lang="en-US" sz="7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ws.py(ConnectionManager) · config.py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574609" y="5193792"/>
            <a:ext cx="0" cy="1828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64881" y="534009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▼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071689" y="51937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846290" y="5193792"/>
            <a:ext cx="0" cy="1828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36562" y="534009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▼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956018" y="51937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+ API Key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5760" y="5413248"/>
            <a:ext cx="6949440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5468112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Oracle 19c  </a:t>
            </a:r>
            <a:pPr indent="0" marL="0">
              <a:buNone/>
            </a:pPr>
            <a:r>
              <a:rPr lang="en-US" sz="850" dirty="0">
                <a:solidFill>
                  <a:srgbClr val="707070"/>
                </a:solidFill>
              </a:rPr>
              <a:t>표 12개 · Alembic으로 구조 변경 관리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02920" y="5705856"/>
            <a:ext cx="16002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7784" y="5742432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흐름도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57784" y="5907024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6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· EDGE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2194560" y="5705856"/>
            <a:ext cx="16002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49424" y="5742432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249424" y="5907024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6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3886200" y="5705856"/>
            <a:ext cx="16002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41064" y="5742432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실행·평가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941064" y="5907024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DATASET·CASE</a:t>
            </a:r>
            <a:endParaRPr lang="en-US" sz="6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TEST/RAGAS_RUN·RESULT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5577840" y="5705856"/>
            <a:ext cx="16002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32704" y="5742432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이력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632704" y="5907024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7543800" y="5413248"/>
            <a:ext cx="4282135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80960" y="5468112"/>
            <a:ext cx="40078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AI 서비스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680960" y="5705856"/>
            <a:ext cx="1274978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8" name="Text 76"/>
          <p:cNvSpPr/>
          <p:nvPr/>
        </p:nvSpPr>
        <p:spPr>
          <a:xfrm>
            <a:off x="7680960" y="5705856"/>
            <a:ext cx="1274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Anthropic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9047378" y="5705856"/>
            <a:ext cx="1274978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0" name="Text 78"/>
          <p:cNvSpPr/>
          <p:nvPr/>
        </p:nvSpPr>
        <p:spPr>
          <a:xfrm>
            <a:off x="9047378" y="5705856"/>
            <a:ext cx="1274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GPT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10413797" y="5705856"/>
            <a:ext cx="1274978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2" name="Text 80"/>
          <p:cNvSpPr/>
          <p:nvPr/>
        </p:nvSpPr>
        <p:spPr>
          <a:xfrm>
            <a:off x="10413797" y="5705856"/>
            <a:ext cx="12749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5760" y="6510528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760" y="6583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자료  ·  외부 공개 금지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619695" y="6583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- 3 / 8 -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162495" y="109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AutoPrompt  |  프롬프트 관리 플랫폼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데이터 구조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64592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구조 및 설계 결정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12개 · 4개 묶음 · 핵심 설계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64208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 표 묶음 (총 12개, 4개 묶음으로 구성)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94560"/>
          <a:ext cx="114601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023360"/>
                <a:gridCol w="3200400"/>
                <a:gridCol w="286207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 (총 12개)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흐름도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PM_PROJECT, PM_NODE, PM_NODE_EDGE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 · 단계 · 화살표 구조 저장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70707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흐름도와 1:1 대응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프롬프트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PM_PROMPT_VERSION, PM_PROMPT_VARIABLE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버전별 프롬프트 + 변수 저장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모델 설정 함께 보관 (★ 3.2 참조)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· 평가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PM_TEST_DATASET, PM_TEST_CASE,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PM_TEST_RUN, PM_TEST_RESULT,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PM_RAGAS_RUN, PM_RAGAS_RESULT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묶음 · 실행 기록 · 품질 점수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70707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4단계에서 평가 표 2개 추가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이력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PM_AUDIT_LOG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모든 변경의 전/후 내용 자동 기록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70707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발생 시 원래대로 돌리는 근거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65760" y="5029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 핵심 설계 결정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5394960"/>
            <a:ext cx="563864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5394960"/>
            <a:ext cx="54864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53949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51560" y="548640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 설정도 프롬프트와 함께 저장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표 없이 한 버전에 프롬프트·AI 종류·온도·길이까지 묶어둠 → 되돌릴 때도 한꺼번에 함께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87288" y="5394960"/>
            <a:ext cx="563864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87288" y="5394960"/>
            <a:ext cx="54864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6187288" y="53949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873088" y="548640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구조 변경 이력을 단계별로 관리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초기 구조 → 4단계 평가 표 추가 → 컬럼 정리. 변경할 때마다 기록 남김 (Alembic)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6510528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6583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자료  ·  외부 공개 금지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619695" y="6583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- 4 / 8 -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162495" y="109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AutoPrompt  |  프롬프트 관리 플랫폼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데이터 구조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64592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테이블 컬럼 상세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4개 테이블의 컬럼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64208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 PM_PROMPT_VERSION  —  프롬프트 버전 (핵심)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21408"/>
          <a:ext cx="58521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  <a:gridCol w="2926080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prompt_id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PK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 고유 번호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node_id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소속 단계(노드)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version_no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VARCHAR(20)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 번호 (예: 1.0.1)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system_prompt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프롬프트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user_prompt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프롬프트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model_provider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VARCHAR(50)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AI 종류 (anthropic 등)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model_nm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VARCHAR(100)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모델명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temperature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NUMBER(3,2)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창의성 (0~1)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max_tokens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최대 응답 길이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top_p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NUMBER(3,2)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샘플링 범위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extra_params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추가 설정 (JSON)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is_active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CHAR(1)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 중 여부 (Y/N)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change_summary/reason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요약 / 이유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prev_prompt_id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FK→자기참조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이전 버전 연결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65760" y="5989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AI 모델 설정이 별도 표 없이 프롬프트 버전에 함께 저장됨 (설계 결정 D1)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00800" y="18288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 PM_TEST_RUN  —  실행 기록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21408"/>
          <a:ext cx="542239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73552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run_id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고유 번호 (PK)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run_type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종류: single / batch / ab / flow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prompt_id, dataset_id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실행한 버전 / 사용한 입력 묶음 (FK)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상태 (PENDING → DONE)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total/passed/failed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케이스 수 통계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avg_latency_ms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응답시간 (ms)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total_tokens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토큰 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started/ended_dt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/ 종료 시각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6400800" y="416052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 PM_AUDIT_LOG  —  변경 이력</a:t>
            </a:r>
            <a:endParaRPr lang="en-US" sz="11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453128"/>
          <a:ext cx="542239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73552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log_id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 번호 (PK)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target_table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대상 표 이름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target_id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대상 행 번호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CREATE / UPDATE / DELETE / ACTIVATE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before_value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전 내용 (JSON)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after_value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후 내용 (JSON)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6400800" y="5943600"/>
            <a:ext cx="5422392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510528" y="5943600"/>
            <a:ext cx="5202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PM_RAGAS_RUN / RESULT  </a:t>
            </a:r>
            <a:pPr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5지표 점수 NUMBER(5,4) + engine 컬럼(ragas / fallback 중 실제 사용 기록)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65760" y="6510528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5760" y="6583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자료  ·  외부 공개 금지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619695" y="6583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- 5 / 8 -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162495" y="109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AutoPrompt  |  프롬프트 관리 플랫폼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핵심 기능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64592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상세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영역 · 화면 동작 방식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64208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28800"/>
            <a:ext cx="56386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28800"/>
            <a:ext cx="5638648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47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192024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관리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176272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버전별로 저장하고 비교하기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60604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260604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편집기로 프롬프트 작성 (시스템 · 사용자 분리)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953512"/>
            <a:ext cx="53643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97180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297180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{{변수명}} 자동 인식 → 입력 칸 자동 생성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319272"/>
            <a:ext cx="53643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33756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설정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333756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종류 · 온도 · 답변 길이를 프롬프트와 함께 저장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685032"/>
            <a:ext cx="53643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70332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이력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370332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모든 변경을 시간순으로 표시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87288" y="1828800"/>
            <a:ext cx="56386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7288" y="1828800"/>
            <a:ext cx="5638648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324448" y="1947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81648" y="192024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워크플로우 실행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81648" y="2176272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흐름 · 한 단계 · 묶음 · 비교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24448" y="260604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6" name="Text 34"/>
          <p:cNvSpPr/>
          <p:nvPr/>
        </p:nvSpPr>
        <p:spPr>
          <a:xfrm>
            <a:off x="6370168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실행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04608" y="260604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흐름도 전체를 처음부터 끝까지 한 번에 실행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24448" y="2953512"/>
            <a:ext cx="53643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24448" y="297180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Text 38"/>
          <p:cNvSpPr/>
          <p:nvPr/>
        </p:nvSpPr>
        <p:spPr>
          <a:xfrm>
            <a:off x="6370168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단계만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04608" y="297180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하나에 변수만 채워 빠르게 결과 확인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24448" y="3319272"/>
            <a:ext cx="53643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24448" y="333756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4" name="Text 42"/>
          <p:cNvSpPr/>
          <p:nvPr/>
        </p:nvSpPr>
        <p:spPr>
          <a:xfrm>
            <a:off x="6370168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실행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04608" y="333756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만든 입력 묶음(CSV)을 한꺼번에 일괄 실행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24448" y="3685032"/>
            <a:ext cx="53643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24448" y="370332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8" name="Text 46"/>
          <p:cNvSpPr/>
          <p:nvPr/>
        </p:nvSpPr>
        <p:spPr>
          <a:xfrm>
            <a:off x="6370168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실행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604608" y="370332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버전을 같은 입력으로 동시에 돌려 결과 비교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297680"/>
            <a:ext cx="56386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4297680"/>
            <a:ext cx="5638648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44165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960120" y="43891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답변 품질 자동 평가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60120" y="4645152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지표 · 라이브러리 없어도 동작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920" y="507492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5074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783080" y="507492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 · 답변 적합도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920" y="5422392"/>
            <a:ext cx="53643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" y="5440680"/>
            <a:ext cx="1188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5440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783080" y="544068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정확도 · 근거 충실도 · 정답 일치도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02920" y="5788152"/>
            <a:ext cx="53643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2920" y="580644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4" name="Text 62"/>
          <p:cNvSpPr/>
          <p:nvPr/>
        </p:nvSpPr>
        <p:spPr>
          <a:xfrm>
            <a:off x="548640" y="5806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783080" y="580644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RAGAS 라이브러리 있으면 RAGAS로 평가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02920" y="6153912"/>
            <a:ext cx="53643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2920" y="617220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6172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783080" y="617220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자체 평가기로 점수 매김 (항상 동작)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187288" y="4297680"/>
            <a:ext cx="56386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87288" y="4297680"/>
            <a:ext cx="5638648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6324448" y="44165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6781648" y="43891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이력 + 내보내기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6781648" y="4645152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변경 자동 기록 · 엑셀로 받기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324448" y="507492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6" name="Text 74"/>
          <p:cNvSpPr/>
          <p:nvPr/>
        </p:nvSpPr>
        <p:spPr>
          <a:xfrm>
            <a:off x="6370168" y="5074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604608" y="507492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· 수정 · 삭제 · 활성화 모든 변경 자동 저장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324448" y="5422392"/>
            <a:ext cx="53643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24448" y="544068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0" name="Text 78"/>
          <p:cNvSpPr/>
          <p:nvPr/>
        </p:nvSpPr>
        <p:spPr>
          <a:xfrm>
            <a:off x="6370168" y="5440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7604608" y="544068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· 사용자 · 동작 · 기간으로 골라보기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324448" y="5788152"/>
            <a:ext cx="53643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24448" y="580644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4" name="Text 82"/>
          <p:cNvSpPr/>
          <p:nvPr/>
        </p:nvSpPr>
        <p:spPr>
          <a:xfrm>
            <a:off x="6370168" y="5806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전/후 비교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604608" y="580644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전 내용과 후 내용을 좌우로 비교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324448" y="6153912"/>
            <a:ext cx="53643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24448" y="617220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8" name="Text 86"/>
          <p:cNvSpPr/>
          <p:nvPr/>
        </p:nvSpPr>
        <p:spPr>
          <a:xfrm>
            <a:off x="6370168" y="6172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내보내기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7604608" y="617220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· CSV로 다운로드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65760" y="6510528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5760" y="6583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자료  ·  외부 공개 금지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619695" y="6583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- 6 / 8 -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162495" y="109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AutoPrompt  |  프롬프트 관리 플랫폼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 결정 / 시연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64592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관점 설계 결정 / 시연 순서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이렇게 만들었나 · 무엇을 보여줄까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64208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5.1  개발 관점 설계 결정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94560"/>
          <a:ext cx="1146017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280160"/>
                <a:gridCol w="5943600"/>
                <a:gridCol w="3776472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결정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 효과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 용이성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서비스(Claude · GPT · Gemini)를 같은 모양으로 연결 — 어댑터 구조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AI 추가 시 모듈 하나만 만들면 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안정성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RAGAS 라이브러리가 없거나 막혀도 자체 점수 계산기가 동작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의존도 낮춰 항상 동작 보장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구조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모델 설정을 별도 표가 아닌 프롬프트 버전과 함께 저장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되돌릴 때 프롬프트·설정 함께 묶임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경험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진행 상황을 실시간으로 화면에 표시 (서버에서 화면으로 푸시)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 실행도 답답하지 않게 진행률 확인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65760" y="4160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  시연 순서 (총 6분)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4526280"/>
            <a:ext cx="183382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4526280"/>
            <a:ext cx="1833829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4617720"/>
            <a:ext cx="1833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" y="5074920"/>
            <a:ext cx="18338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흐름도 보기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532120"/>
            <a:ext cx="1468069" cy="2743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5532120"/>
            <a:ext cx="1468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45초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204161" y="50749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291029" y="4526280"/>
            <a:ext cx="183382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91029" y="4526280"/>
            <a:ext cx="1833829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2291029" y="4617720"/>
            <a:ext cx="1833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291029" y="5074920"/>
            <a:ext cx="18338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비교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473909" y="5532120"/>
            <a:ext cx="1468069" cy="2743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Text 22"/>
          <p:cNvSpPr/>
          <p:nvPr/>
        </p:nvSpPr>
        <p:spPr>
          <a:xfrm>
            <a:off x="2473909" y="5532120"/>
            <a:ext cx="1468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129430" y="50749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16298" y="4526280"/>
            <a:ext cx="183382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16298" y="4526280"/>
            <a:ext cx="1833829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4216298" y="4617720"/>
            <a:ext cx="1833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216298" y="5074920"/>
            <a:ext cx="18338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 실행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399178" y="5532120"/>
            <a:ext cx="1468069" cy="2743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2" name="Text 29"/>
          <p:cNvSpPr/>
          <p:nvPr/>
        </p:nvSpPr>
        <p:spPr>
          <a:xfrm>
            <a:off x="4399178" y="5532120"/>
            <a:ext cx="1468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054700" y="50749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141568" y="4526280"/>
            <a:ext cx="183382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41568" y="4526280"/>
            <a:ext cx="1833829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6141568" y="4617720"/>
            <a:ext cx="1833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141568" y="5074920"/>
            <a:ext cx="18338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평가 결과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324448" y="5532120"/>
            <a:ext cx="1468069" cy="2743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9" name="Text 36"/>
          <p:cNvSpPr/>
          <p:nvPr/>
        </p:nvSpPr>
        <p:spPr>
          <a:xfrm>
            <a:off x="6324448" y="5532120"/>
            <a:ext cx="1468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1:30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979969" y="50749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▶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066837" y="4526280"/>
            <a:ext cx="183382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066837" y="4526280"/>
            <a:ext cx="1833829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Text 40"/>
          <p:cNvSpPr/>
          <p:nvPr/>
        </p:nvSpPr>
        <p:spPr>
          <a:xfrm>
            <a:off x="8066837" y="4617720"/>
            <a:ext cx="1833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066837" y="5074920"/>
            <a:ext cx="18338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이력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8249717" y="5532120"/>
            <a:ext cx="1468069" cy="2743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6" name="Text 43"/>
          <p:cNvSpPr/>
          <p:nvPr/>
        </p:nvSpPr>
        <p:spPr>
          <a:xfrm>
            <a:off x="8249717" y="5532120"/>
            <a:ext cx="1468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45초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9905238" y="50749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▶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992106" y="4526280"/>
            <a:ext cx="183382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992106" y="4526280"/>
            <a:ext cx="1833829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0" name="Text 47"/>
          <p:cNvSpPr/>
          <p:nvPr/>
        </p:nvSpPr>
        <p:spPr>
          <a:xfrm>
            <a:off x="9992106" y="4617720"/>
            <a:ext cx="1833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9992106" y="5074920"/>
            <a:ext cx="18338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실행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10174986" y="5532120"/>
            <a:ext cx="1468069" cy="2743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3" name="Text 50"/>
          <p:cNvSpPr/>
          <p:nvPr/>
        </p:nvSpPr>
        <p:spPr>
          <a:xfrm>
            <a:off x="10174986" y="5532120"/>
            <a:ext cx="1468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45초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365760" y="6035040"/>
            <a:ext cx="11460175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02920" y="6053328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안내 ]  </a:t>
            </a:r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4단계(품질 평가)는 시간이 오래 걸려 미리 돌려둔 결과를 보여줍니다  ·  6단계(전체 실행)는 시간이 남으면 진행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65760" y="6510528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65760" y="6583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자료  ·  외부 공개 금지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7619695" y="6583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- 7 / 8 -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162495" y="109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AutoPrompt  |  프롬프트 관리 플랫폼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앞으로 할 일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64592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할 일 / 질문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 우선순위 · Q&amp;A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64208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6.1  앞으로 할 일 (우선순위 순)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94560"/>
          <a:ext cx="1146017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114800"/>
                <a:gridCol w="3200400"/>
                <a:gridCol w="304495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 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상태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 효과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AI Agent에서 가져다 쓰는 기능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현재는 시스템 안에서만 호출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운영 중인 Agent도 이 프롬프트를 쓰게 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프롬프트 임시 저장 (캐시)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현재는 매번 DB에서 가져옴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응답 속도 향상 · DB 부담 감소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사용 비용 표시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토큰 수만 기록 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서비스별 단가 적용해 실제 비용 표시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PDF로 내려받기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4040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엑셀 · CSV만 가능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공유용 자료 만들기 쉬워짐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5029200"/>
            <a:ext cx="11460175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1663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5600" dirty="0"/>
          </a:p>
        </p:txBody>
      </p:sp>
      <p:sp>
        <p:nvSpPr>
          <p:cNvPr id="14" name="Shape 11"/>
          <p:cNvSpPr/>
          <p:nvPr/>
        </p:nvSpPr>
        <p:spPr>
          <a:xfrm>
            <a:off x="4206240" y="5257800"/>
            <a:ext cx="0" cy="8686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0560" y="5257800"/>
            <a:ext cx="7345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환영합니다.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480560" y="5760720"/>
            <a:ext cx="7345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관련 · 사용 방법 · 앞으로 일정 등 무엇이든 좋습니다.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480560" y="6035040"/>
            <a:ext cx="734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AutoPrompt Team  |  2026-05-20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6510528"/>
            <a:ext cx="114601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6583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자료  ·  외부 공개 금지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619695" y="6583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- 8 / 8 -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AutoPrompt 프롬프트 관리 플랫폼</dc:title>
  <dc:subject>PptxGenJS Presentation</dc:subject>
  <dc:creator>AutoPrompt Team</dc:creator>
  <cp:lastModifiedBy>AutoPrompt Team</cp:lastModifiedBy>
  <cp:revision>1</cp:revision>
  <dcterms:created xsi:type="dcterms:W3CDTF">2026-05-21T01:54:07Z</dcterms:created>
  <dcterms:modified xsi:type="dcterms:W3CDTF">2026-05-21T01:54:07Z</dcterms:modified>
</cp:coreProperties>
</file>